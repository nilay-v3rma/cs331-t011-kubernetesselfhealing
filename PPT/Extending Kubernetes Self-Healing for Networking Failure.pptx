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5" r:id="rId4"/>
  </p:sldMasterIdLst>
  <p:notesMasterIdLst>
    <p:notesMasterId r:id="rId19"/>
  </p:notesMasterIdLst>
  <p:handoutMasterIdLst>
    <p:handoutMasterId r:id="rId20"/>
  </p:handoutMasterIdLst>
  <p:sldIdLst>
    <p:sldId id="256" r:id="rId5"/>
    <p:sldId id="258" r:id="rId6"/>
    <p:sldId id="257" r:id="rId7"/>
    <p:sldId id="265" r:id="rId8"/>
    <p:sldId id="260" r:id="rId9"/>
    <p:sldId id="261" r:id="rId10"/>
    <p:sldId id="262" r:id="rId11"/>
    <p:sldId id="263" r:id="rId12"/>
    <p:sldId id="267" r:id="rId13"/>
    <p:sldId id="266" r:id="rId14"/>
    <p:sldId id="264" r:id="rId15"/>
    <p:sldId id="268" r:id="rId16"/>
    <p:sldId id="271" r:id="rId17"/>
    <p:sldId id="26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10E4221-6F06-64E5-5214-772388C857B5}" name="Elizabeth Feldbruegge (ALLEGIS GROUP HOLDINGS INC)" initials="EF(GHI" userId="S::v-felizabeth@microsoft.com::ba5aea11-28e4-484d-8e49-c15efb1bd2e9" providerId="AD"/>
  <p188:author id="{E2471F2E-E011-F521-299E-65FC243E7E5E}" name="David Salaguinto" initials="DS" userId="S::davidsa@microsoft.com::9399e6ad-b974-43d0-b593-8c2804f84e0d" providerId="AD"/>
  <p188:author id="{DC3CAF61-3D39-8A1C-6AB6-F5CBCFCBEA47}" name="Vanessa Buzgheia (ALLEGIS GROUP HOLDINGS INC)" initials="" userId="S::v-vabuzgheia@microsoft.com::f3934b54-4599-40d0-96a8-d6208686f730" providerId="AD"/>
  <p188:author id="{9941987A-41B7-49AC-EE6E-03F2D0BD95BA}" name="Daria Naidenov" initials="DN" userId="S::danaidenov@microsoft.com::ab38ab5f-bdf0-4774-ae5a-d2782abb202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80685" autoAdjust="0"/>
  </p:normalViewPr>
  <p:slideViewPr>
    <p:cSldViewPr snapToGrid="0">
      <p:cViewPr varScale="1">
        <p:scale>
          <a:sx n="101" d="100"/>
          <a:sy n="101" d="100"/>
        </p:scale>
        <p:origin x="15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9/4/26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9/4/26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CNI plugin health (Calico/Flannel pods):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Verifies that the underlying network infrastructure containers responsible for routing and IP allocation are running.</a:t>
            </a:r>
          </a:p>
          <a:p>
            <a:pPr lvl="0"/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DNS health (</a:t>
            </a:r>
            <a:r>
              <a:rPr lang="en-IN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CoreDNS</a:t>
            </a:r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latency and failures):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Measures name-resolution success and response times, addressing incidents where routing works but naming fails. </a:t>
            </a:r>
          </a:p>
          <a:p>
            <a:pPr lvl="0"/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Pod-to-pod connectivity (via periodic probes):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Continuously tests the actual data plane to ensure east-west traffic successfully flows between workloads. </a:t>
            </a:r>
          </a:p>
          <a:p>
            <a:pPr lvl="0"/>
            <a:r>
              <a:rPr lang="en-IN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NetworkPolicy</a:t>
            </a:r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enforcement (detect unreachable services):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Identifies if misconfigured firewall rules or restrictive cluster policies are silently dropping valid traffic.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3087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2205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4426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A1944F5-72DB-5388-391B-5DC34BAD29A9}"/>
              </a:ext>
            </a:extLst>
          </p:cNvPr>
          <p:cNvSpPr/>
          <p:nvPr/>
        </p:nvSpPr>
        <p:spPr>
          <a:xfrm>
            <a:off x="1121981" y="874987"/>
            <a:ext cx="6584950" cy="510802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1A7C733-6185-B286-B0DA-134F6D3AB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5245" y="1362457"/>
            <a:ext cx="5879592" cy="3209544"/>
          </a:xfrm>
        </p:spPr>
        <p:txBody>
          <a:bodyPr>
            <a:normAutofit/>
          </a:bodyPr>
          <a:lstStyle>
            <a:lvl1pPr>
              <a:defRPr sz="6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C53952BB-0BC0-A2D9-8CC5-18F5090C1D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75246" y="4731232"/>
            <a:ext cx="5879592" cy="96012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855758" y="886968"/>
            <a:ext cx="3197543" cy="5084064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19050">
            <a:noFill/>
            <a:miter lim="800000"/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E6AD98-B65B-93FA-EC0E-E737696918E7}"/>
              </a:ext>
            </a:extLst>
          </p:cNvPr>
          <p:cNvSpPr/>
          <p:nvPr userDrawn="1"/>
        </p:nvSpPr>
        <p:spPr>
          <a:xfrm>
            <a:off x="7845134" y="874986"/>
            <a:ext cx="3218791" cy="510802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BB055-E356-D9DC-D968-F4B6E02320D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A325475-EA0F-49B2-A586-CC0D8CB91667}" type="datetime1">
              <a:rPr lang="en-US" smtClean="0"/>
              <a:pPr/>
              <a:t>9/4/26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C1376F-CBCD-234F-6AE2-E91A91B361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8274BBA-97D2-571C-2F9E-05ACFE0301F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73134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911C59EC-2984-2AFC-A887-928F090FF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12648"/>
            <a:ext cx="10963656" cy="54864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216152"/>
            <a:ext cx="10963656" cy="49469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76615-F428-46F8-B333-52721A2A1D31}" type="datetime1">
              <a:rPr lang="en-US" smtClean="0"/>
              <a:t>9/4/26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26287E-A219-F520-0726-BDFF3D7A4E02}"/>
              </a:ext>
            </a:extLst>
          </p:cNvPr>
          <p:cNvSpPr/>
          <p:nvPr userDrawn="1"/>
        </p:nvSpPr>
        <p:spPr>
          <a:xfrm>
            <a:off x="337457" y="351065"/>
            <a:ext cx="11517086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688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04234" y="829577"/>
            <a:ext cx="4192166" cy="377521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5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2E6A680F-1F8E-363D-A844-3A4126F02B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99303" y="4726885"/>
            <a:ext cx="4197096" cy="13167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791DC7E0-CBE1-A440-0537-4B3B9463522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49375" y="361188"/>
            <a:ext cx="6281928" cy="6135624"/>
          </a:xfrm>
          <a:blipFill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19050">
            <a:noFill/>
            <a:miter lim="800000"/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0CD339-777A-9749-4666-3527C14B9743}"/>
              </a:ext>
            </a:extLst>
          </p:cNvPr>
          <p:cNvSpPr/>
          <p:nvPr userDrawn="1"/>
        </p:nvSpPr>
        <p:spPr>
          <a:xfrm>
            <a:off x="6751530" y="351065"/>
            <a:ext cx="5097718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6EF7C5-69F2-91FF-0C1E-398B01AB0F98}"/>
              </a:ext>
            </a:extLst>
          </p:cNvPr>
          <p:cNvSpPr/>
          <p:nvPr userDrawn="1"/>
        </p:nvSpPr>
        <p:spPr>
          <a:xfrm>
            <a:off x="334788" y="353022"/>
            <a:ext cx="6300216" cy="615391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CC1026-8D94-2081-4610-6490A031C2BE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CA325475-EA0F-49B2-A586-CC0D8CB91667}" type="datetime1">
              <a:rPr lang="en-US" smtClean="0"/>
              <a:pPr/>
              <a:t>9/4/26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5E5425-2E7D-668E-4A6F-75CB0F0C63B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47A5843-EB2F-247C-B659-DCAD8425691C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67771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9301" y="840278"/>
            <a:ext cx="4337407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D46B27E7-8459-6E53-8FBA-85BE66AB87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2452" y="4668118"/>
            <a:ext cx="4334256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710F4B22-F5AC-7D33-7A84-7B2436EFDEFA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752063" y="361188"/>
            <a:ext cx="6089904" cy="6135624"/>
          </a:xfrm>
          <a:blipFill dpi="0" rotWithShape="1"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9050">
            <a:noFill/>
            <a:miter lim="800000"/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43E122-5107-B335-7270-B6C7A8395D86}"/>
              </a:ext>
            </a:extLst>
          </p:cNvPr>
          <p:cNvSpPr/>
          <p:nvPr userDrawn="1"/>
        </p:nvSpPr>
        <p:spPr>
          <a:xfrm>
            <a:off x="5744782" y="351064"/>
            <a:ext cx="6104466" cy="615587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D7A0B5-D7C9-90BE-F505-E01F4D062E28}"/>
              </a:ext>
            </a:extLst>
          </p:cNvPr>
          <p:cNvSpPr/>
          <p:nvPr userDrawn="1"/>
        </p:nvSpPr>
        <p:spPr>
          <a:xfrm>
            <a:off x="337457" y="351065"/>
            <a:ext cx="5282687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7CE726-49FC-55E2-26A1-1FE3520D3F1B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CA325475-EA0F-49B2-A586-CC0D8CB91667}" type="datetime1">
              <a:rPr lang="en-US" smtClean="0"/>
              <a:pPr/>
              <a:t>9/4/26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3D8F946-DB8C-1435-46BE-F233D3CF260C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9D42A5-49C9-5DBA-3729-79C2527CA4F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81728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84DA87C-26CA-F62F-296C-4D55C078E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960" y="4952600"/>
            <a:ext cx="10835640" cy="786385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384394C4-6C3C-55A5-F559-609ED8D6D3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0" y="5738982"/>
            <a:ext cx="10835640" cy="48463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845630E0-3E81-3871-9E2F-2BE123E89866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48996" y="359053"/>
            <a:ext cx="11494008" cy="4206240"/>
          </a:xfrm>
          <a:blipFill dpi="0" rotWithShape="1"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9050">
            <a:noFill/>
            <a:miter lim="800000"/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8E56F3-BB18-A73F-CD14-AABE06437C3B}"/>
              </a:ext>
            </a:extLst>
          </p:cNvPr>
          <p:cNvSpPr/>
          <p:nvPr userDrawn="1"/>
        </p:nvSpPr>
        <p:spPr>
          <a:xfrm>
            <a:off x="337457" y="4718958"/>
            <a:ext cx="11517086" cy="178797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5D6E84-74A7-91C9-E1B6-41ED8C509278}"/>
              </a:ext>
            </a:extLst>
          </p:cNvPr>
          <p:cNvSpPr/>
          <p:nvPr userDrawn="1"/>
        </p:nvSpPr>
        <p:spPr>
          <a:xfrm>
            <a:off x="337457" y="345676"/>
            <a:ext cx="11517086" cy="422452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F5C3FE8-0DDB-A431-4FEB-7A68056C262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CA325475-EA0F-49B2-A586-CC0D8CB91667}" type="datetime1">
              <a:rPr lang="en-US" smtClean="0"/>
              <a:pPr/>
              <a:t>9/4/26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74D131E-594B-1FB1-8E49-0B78695F0A87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24C9504-D631-2C97-8DB1-12F8201AAF49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0210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E1799C1-C337-0DE1-3234-4D0362D02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236" y="837735"/>
            <a:ext cx="10643616" cy="3346704"/>
          </a:xfrm>
        </p:spPr>
        <p:txBody>
          <a:bodyPr>
            <a:normAutofit/>
          </a:bodyPr>
          <a:lstStyle>
            <a:lvl1pPr>
              <a:defRPr sz="7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9E4A3D71-157A-047C-16D0-5D3FDA49C2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5528" y="4824760"/>
            <a:ext cx="10641324" cy="119412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2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D9461-0F61-4002-8F2D-B7697A0E13FF}" type="datetime1">
              <a:rPr lang="en-US" smtClean="0"/>
              <a:t>9/4/26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6B6C7B-69BC-0D3D-1E9A-DD81FCE5A234}"/>
              </a:ext>
            </a:extLst>
          </p:cNvPr>
          <p:cNvSpPr/>
          <p:nvPr/>
        </p:nvSpPr>
        <p:spPr>
          <a:xfrm>
            <a:off x="337457" y="351065"/>
            <a:ext cx="11517086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1303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3B7DDF3-035D-63C7-AB51-6046391B6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235" y="840285"/>
            <a:ext cx="10643616" cy="3593592"/>
          </a:xfrm>
        </p:spPr>
        <p:txBody>
          <a:bodyPr anchor="b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7D73ECB8-129C-F6DD-9829-B61FF23C4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5528" y="4598850"/>
            <a:ext cx="10641323" cy="103327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C53FF-A9D2-44F7-87E7-301150AC66D6}" type="datetime1">
              <a:rPr lang="en-US" smtClean="0"/>
              <a:t>9/4/26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B6D5D4-CEEE-3117-A84B-7DE80FC18AFC}"/>
              </a:ext>
            </a:extLst>
          </p:cNvPr>
          <p:cNvSpPr/>
          <p:nvPr/>
        </p:nvSpPr>
        <p:spPr>
          <a:xfrm>
            <a:off x="337457" y="351065"/>
            <a:ext cx="11517086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70735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566152"/>
            <a:ext cx="8229600" cy="2373303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033272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C173C-F4FB-4840-9C6C-8C62F68E21A9}" type="datetime1">
              <a:rPr lang="en-US" smtClean="0"/>
              <a:t>9/4/26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BE0B21-7B6E-C2E6-781E-44A2E68E10E4}"/>
              </a:ext>
            </a:extLst>
          </p:cNvPr>
          <p:cNvSpPr/>
          <p:nvPr/>
        </p:nvSpPr>
        <p:spPr>
          <a:xfrm>
            <a:off x="337457" y="351065"/>
            <a:ext cx="11517086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5227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F58B209-D8FD-6B51-310A-96AE33AC1B63}"/>
              </a:ext>
            </a:extLst>
          </p:cNvPr>
          <p:cNvSpPr/>
          <p:nvPr/>
        </p:nvSpPr>
        <p:spPr>
          <a:xfrm>
            <a:off x="1121981" y="874987"/>
            <a:ext cx="9941944" cy="510802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1BBC1-8687-45A9-B22B-F61D547A780C}" type="datetime1">
              <a:rPr lang="en-US" smtClean="0"/>
              <a:t>9/4/26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B1752B-CF4C-EEF0-36CC-58B27E1CB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4076" y="1359775"/>
            <a:ext cx="7909560" cy="4334256"/>
          </a:xfrm>
        </p:spPr>
        <p:txBody>
          <a:bodyPr anchor="b">
            <a:normAutofit/>
          </a:bodyPr>
          <a:lstStyle>
            <a:lvl1pPr>
              <a:defRPr sz="62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961263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383" y="841248"/>
            <a:ext cx="8931403" cy="1380744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09383" y="2333860"/>
            <a:ext cx="8931403" cy="368990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685800" indent="-4572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3227F-7A38-4FCC-BBE5-462C6ABA0D7C}" type="datetime1">
              <a:rPr lang="en-US" smtClean="0"/>
              <a:t>9/4/26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A7576B-FC6F-F402-D320-23CD0747AB61}"/>
              </a:ext>
            </a:extLst>
          </p:cNvPr>
          <p:cNvSpPr/>
          <p:nvPr/>
        </p:nvSpPr>
        <p:spPr>
          <a:xfrm>
            <a:off x="337457" y="351065"/>
            <a:ext cx="11517086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459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6940" y="829577"/>
            <a:ext cx="6199461" cy="1693992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D9C05904-FD8A-9AED-FEBF-07D02323D6F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49376" y="366631"/>
            <a:ext cx="4250069" cy="6135624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1" r="-47809"/>
            </a:stretch>
          </a:blipFill>
          <a:ln w="19050">
            <a:noFill/>
            <a:miter lim="800000"/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96940" y="2637762"/>
            <a:ext cx="6199461" cy="341109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F087BA-BF9C-B6FF-3993-B14EFC993249}"/>
              </a:ext>
            </a:extLst>
          </p:cNvPr>
          <p:cNvSpPr/>
          <p:nvPr userDrawn="1"/>
        </p:nvSpPr>
        <p:spPr>
          <a:xfrm>
            <a:off x="4765158" y="351065"/>
            <a:ext cx="7084090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05EF98-C9B4-FDE5-FF49-3AC91EBF7C80}"/>
              </a:ext>
            </a:extLst>
          </p:cNvPr>
          <p:cNvSpPr/>
          <p:nvPr userDrawn="1"/>
        </p:nvSpPr>
        <p:spPr>
          <a:xfrm>
            <a:off x="334788" y="353022"/>
            <a:ext cx="4279392" cy="615391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55E63F-831B-1E75-A3D2-7916C30870FC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CA325475-EA0F-49B2-A586-CC0D8CB91667}" type="datetime1">
              <a:rPr lang="en-US" smtClean="0"/>
              <a:pPr/>
              <a:t>9/4/26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36642A-4BF1-3042-3D1E-3F9A6461A021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ACA4F36-7122-9562-2451-1594B9399AF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09622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5872" y="2130552"/>
            <a:ext cx="6620256" cy="1069848"/>
          </a:xfrm>
        </p:spPr>
        <p:txBody>
          <a:bodyPr anchor="b" anchorCtr="0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64280" y="3337560"/>
            <a:ext cx="4663440" cy="1645920"/>
          </a:xfrm>
        </p:spPr>
        <p:txBody>
          <a:bodyPr/>
          <a:lstStyle>
            <a:lvl1pPr marL="0" indent="0" algn="ctr">
              <a:buNone/>
              <a:defRPr/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7640D-701E-4505-B3CF-EF9407231E3A}" type="datetime1">
              <a:rPr lang="en-US" smtClean="0"/>
              <a:t>9/4/26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13DBF3-4834-1A3D-F4D5-6A81E4273385}"/>
              </a:ext>
            </a:extLst>
          </p:cNvPr>
          <p:cNvSpPr/>
          <p:nvPr/>
        </p:nvSpPr>
        <p:spPr>
          <a:xfrm>
            <a:off x="337457" y="351065"/>
            <a:ext cx="11517086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89585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" y="2258568"/>
            <a:ext cx="3493008" cy="346557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465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58915-0BD2-4619-96F8-2000A958401A}" type="datetime1">
              <a:rPr lang="en-US" smtClean="0"/>
              <a:t>9/4/26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955F4A-423A-5B89-7048-7BF27C7621C6}"/>
              </a:ext>
            </a:extLst>
          </p:cNvPr>
          <p:cNvSpPr/>
          <p:nvPr/>
        </p:nvSpPr>
        <p:spPr>
          <a:xfrm>
            <a:off x="337457" y="351065"/>
            <a:ext cx="11517086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07716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582" y="1537853"/>
            <a:ext cx="3922776" cy="4087368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43475" y="1538288"/>
            <a:ext cx="6404229" cy="408736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97C48-2090-4C6A-8BA6-AD652515C489}" type="datetime1">
              <a:rPr lang="en-US" smtClean="0"/>
              <a:t>9/4/26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ADE99A-A1BB-22F1-AAC4-B9657638A2B1}"/>
              </a:ext>
            </a:extLst>
          </p:cNvPr>
          <p:cNvSpPr/>
          <p:nvPr/>
        </p:nvSpPr>
        <p:spPr>
          <a:xfrm>
            <a:off x="337457" y="351065"/>
            <a:ext cx="11517086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17191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" y="832104"/>
            <a:ext cx="3493008" cy="49406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0" y="832104"/>
            <a:ext cx="6775704" cy="493776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C18EB-E5A2-46FD-AE56-36A2660D9755}" type="datetime1">
              <a:rPr lang="en-US" smtClean="0"/>
              <a:t>9/4/26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DAA8DC-86CE-2734-E308-CBA3FA9B61FB}"/>
              </a:ext>
            </a:extLst>
          </p:cNvPr>
          <p:cNvSpPr/>
          <p:nvPr/>
        </p:nvSpPr>
        <p:spPr>
          <a:xfrm>
            <a:off x="337457" y="351065"/>
            <a:ext cx="11517086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64720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" y="832104"/>
            <a:ext cx="2834640" cy="512064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57638" y="832104"/>
            <a:ext cx="7362634" cy="5513832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1F173-72DA-43D0-80E2-6EBC494B1FEF}" type="datetime1">
              <a:rPr lang="en-US" smtClean="0"/>
              <a:t>9/4/26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615947-AD9C-F5FA-B88C-990D02D3AF2A}"/>
              </a:ext>
            </a:extLst>
          </p:cNvPr>
          <p:cNvSpPr/>
          <p:nvPr/>
        </p:nvSpPr>
        <p:spPr>
          <a:xfrm>
            <a:off x="337457" y="351065"/>
            <a:ext cx="11517086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4142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172" y="615287"/>
            <a:ext cx="10963656" cy="64008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4172" y="1255367"/>
            <a:ext cx="10963656" cy="494690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615947-AD9C-F5FA-B88C-990D02D3AF2A}"/>
              </a:ext>
            </a:extLst>
          </p:cNvPr>
          <p:cNvSpPr/>
          <p:nvPr/>
        </p:nvSpPr>
        <p:spPr>
          <a:xfrm>
            <a:off x="337457" y="351065"/>
            <a:ext cx="11517086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3C0EE3-FE78-FEE2-1C03-69EF2436C5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A325475-EA0F-49B2-A586-CC0D8CB91667}" type="datetime1">
              <a:rPr lang="en-US" smtClean="0"/>
              <a:pPr/>
              <a:t>9/4/26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681E699-A9DC-6ADB-B033-12F132D21DF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43B6FDC-9009-70D8-0C26-1572C967008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3748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ADE08559-D5C4-B55F-FEE7-A549DCB41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8" y="839871"/>
            <a:ext cx="3063240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B5FEEF-AA1C-DF09-81DC-C263DDF653CF}"/>
              </a:ext>
            </a:extLst>
          </p:cNvPr>
          <p:cNvSpPr/>
          <p:nvPr userDrawn="1"/>
        </p:nvSpPr>
        <p:spPr>
          <a:xfrm>
            <a:off x="337457" y="351065"/>
            <a:ext cx="3941064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Content Placeholder 7">
            <a:extLst>
              <a:ext uri="{FF2B5EF4-FFF2-40B4-BE49-F238E27FC236}">
                <a16:creationId xmlns:a16="http://schemas.microsoft.com/office/drawing/2014/main" id="{35C596C1-39CE-99AF-B795-8ADB489A7DD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5527" y="2665215"/>
            <a:ext cx="3063240" cy="33777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AE6DCEAB-84EB-B279-E311-AD2445A96CB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408575" y="365760"/>
            <a:ext cx="7424928" cy="6135624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19050">
            <a:noFill/>
            <a:miter lim="800000"/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239BDE-DD79-5CB8-2F90-0AED70B4C2F7}"/>
              </a:ext>
            </a:extLst>
          </p:cNvPr>
          <p:cNvSpPr/>
          <p:nvPr userDrawn="1"/>
        </p:nvSpPr>
        <p:spPr>
          <a:xfrm>
            <a:off x="4408575" y="351065"/>
            <a:ext cx="7440673" cy="615587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1037C4-D7CB-E822-E47E-57790F243FD1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CA325475-EA0F-49B2-A586-CC0D8CB91667}" type="datetime1">
              <a:rPr lang="en-US" smtClean="0"/>
              <a:pPr/>
              <a:t>9/4/26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35CE1D-F6D3-A8A3-782F-E5E88CCE35F5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46B925-EE67-154D-EB15-4D346059F95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054249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DFB1570C-2A53-2BD0-0955-F14E33A43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9712" y="839871"/>
            <a:ext cx="3065002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9EDFF69E-D657-B8DE-43CD-6A0AA98FBA6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46440" y="361188"/>
            <a:ext cx="7424928" cy="6135624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19050">
            <a:noFill/>
            <a:miter lim="800000"/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778FDB-57BB-4A24-EB2F-31B3DCA2ED9F}"/>
              </a:ext>
            </a:extLst>
          </p:cNvPr>
          <p:cNvSpPr/>
          <p:nvPr userDrawn="1"/>
        </p:nvSpPr>
        <p:spPr>
          <a:xfrm>
            <a:off x="7904606" y="351065"/>
            <a:ext cx="3944642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Content Placeholder 7">
            <a:extLst>
              <a:ext uri="{FF2B5EF4-FFF2-40B4-BE49-F238E27FC236}">
                <a16:creationId xmlns:a16="http://schemas.microsoft.com/office/drawing/2014/main" id="{B52381D3-CD5D-B295-5DE8-247DE26D241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59712" y="2665215"/>
            <a:ext cx="3065002" cy="33777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A87F64-B10E-D3EC-86DC-A74D615B4819}"/>
              </a:ext>
            </a:extLst>
          </p:cNvPr>
          <p:cNvSpPr/>
          <p:nvPr userDrawn="1"/>
        </p:nvSpPr>
        <p:spPr>
          <a:xfrm>
            <a:off x="337456" y="351064"/>
            <a:ext cx="7442897" cy="615587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B77D22-A82C-44F7-6BC2-B414E8E7914D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CA325475-EA0F-49B2-A586-CC0D8CB91667}" type="datetime1">
              <a:rPr lang="en-US" smtClean="0"/>
              <a:pPr/>
              <a:t>9/4/26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ED6638-8710-3EEF-9CFC-179C59D52F51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DBAD3B-23C1-82B0-757B-7CE2813B42D8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97489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7" y="5024647"/>
            <a:ext cx="3739896" cy="1207851"/>
          </a:xfrm>
        </p:spPr>
        <p:txBody>
          <a:bodyPr anchor="ctr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590F4507-3E12-8BCC-96C4-5E91E00DE05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48996" y="357974"/>
            <a:ext cx="11494008" cy="4270248"/>
          </a:xfrm>
          <a:blipFill dpi="0" rotWithShape="1"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9050">
            <a:noFill/>
            <a:miter lim="800000"/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024647"/>
            <a:ext cx="6041938" cy="1207851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736FE-15B3-4F20-9261-F868C8825F0F}" type="datetime1">
              <a:rPr lang="en-US" smtClean="0"/>
              <a:t>9/4/26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B72880B-AEAD-196C-0715-91B527BD2668}"/>
              </a:ext>
            </a:extLst>
          </p:cNvPr>
          <p:cNvSpPr/>
          <p:nvPr userDrawn="1"/>
        </p:nvSpPr>
        <p:spPr>
          <a:xfrm>
            <a:off x="321733" y="4758374"/>
            <a:ext cx="11527515" cy="174856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BCA5AC-C8BF-B7FA-04BB-F8A5A14F6F64}"/>
              </a:ext>
            </a:extLst>
          </p:cNvPr>
          <p:cNvSpPr/>
          <p:nvPr userDrawn="1"/>
        </p:nvSpPr>
        <p:spPr>
          <a:xfrm>
            <a:off x="337456" y="351064"/>
            <a:ext cx="11511792" cy="428406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97764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4306" y="817137"/>
            <a:ext cx="4192166" cy="1527048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442F0537-AA35-B27C-CAD5-3F9A4EAC920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49839" y="361188"/>
            <a:ext cx="6272784" cy="6135624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19050">
            <a:noFill/>
            <a:miter lim="800000"/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79C53C-82C0-3F48-BA66-E452F8835C0C}"/>
              </a:ext>
            </a:extLst>
          </p:cNvPr>
          <p:cNvSpPr/>
          <p:nvPr userDrawn="1"/>
        </p:nvSpPr>
        <p:spPr>
          <a:xfrm>
            <a:off x="337458" y="351064"/>
            <a:ext cx="6297546" cy="615587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04234" y="2637763"/>
            <a:ext cx="4192899" cy="3411099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29C0DC-4CF1-BF5F-9799-7F5EFFD594AE}"/>
              </a:ext>
            </a:extLst>
          </p:cNvPr>
          <p:cNvSpPr/>
          <p:nvPr userDrawn="1"/>
        </p:nvSpPr>
        <p:spPr>
          <a:xfrm>
            <a:off x="6751530" y="351065"/>
            <a:ext cx="5097718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C5241C-A695-5757-744E-AB1824BCED7B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CA325475-EA0F-49B2-A586-CC0D8CB91667}" type="datetime1">
              <a:rPr lang="en-US" smtClean="0"/>
              <a:pPr/>
              <a:t>9/4/26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86C41F-1C9D-B14A-9954-F5ED7CA31A56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FE49CA-E378-F621-C4C4-6F60EA26E6D5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341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D9A0B94D-2DD1-875D-B541-D604110F2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372" y="817137"/>
            <a:ext cx="4337407" cy="1527048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21D88E16-573F-A597-7EE7-887CF9D8D3F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9301" y="2637763"/>
            <a:ext cx="4338165" cy="34110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6A972FDA-9B64-2E1F-84D9-B8941D9AC82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752063" y="361188"/>
            <a:ext cx="6089904" cy="6135624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19050">
            <a:noFill/>
            <a:miter lim="800000"/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B7641C-0FEE-FC12-84B6-FDB399A2110B}"/>
              </a:ext>
            </a:extLst>
          </p:cNvPr>
          <p:cNvSpPr/>
          <p:nvPr userDrawn="1"/>
        </p:nvSpPr>
        <p:spPr>
          <a:xfrm>
            <a:off x="337457" y="351065"/>
            <a:ext cx="5282687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92A368-511B-76F6-C241-598461CF9E5C}"/>
              </a:ext>
            </a:extLst>
          </p:cNvPr>
          <p:cNvSpPr/>
          <p:nvPr userDrawn="1"/>
        </p:nvSpPr>
        <p:spPr>
          <a:xfrm>
            <a:off x="5744782" y="351064"/>
            <a:ext cx="6104466" cy="615587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862476-C6C3-75C3-F440-74F469A967A1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CA325475-EA0F-49B2-A586-CC0D8CB91667}" type="datetime1">
              <a:rPr lang="en-US" smtClean="0"/>
              <a:pPr/>
              <a:t>9/4/26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180EED-4901-3AAF-D90A-6939CE7EFC5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2DB5DB-B146-43DC-2A42-3440832AACC7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366189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3949" y="819804"/>
            <a:ext cx="6022523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012C0B99-EF0E-8361-CB67-7A1CB46A519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56616" y="361186"/>
            <a:ext cx="4434840" cy="6135624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19050">
            <a:noFill/>
            <a:miter lim="800000"/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52341" y="2235200"/>
            <a:ext cx="6044132" cy="38029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A43DA6-AD92-1399-A6A7-42F89C87DC1A}"/>
              </a:ext>
            </a:extLst>
          </p:cNvPr>
          <p:cNvSpPr/>
          <p:nvPr userDrawn="1"/>
        </p:nvSpPr>
        <p:spPr>
          <a:xfrm>
            <a:off x="337455" y="351064"/>
            <a:ext cx="4462272" cy="615587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4474DB-FD35-4937-0024-1F6311BC8B2F}"/>
              </a:ext>
            </a:extLst>
          </p:cNvPr>
          <p:cNvSpPr/>
          <p:nvPr userDrawn="1"/>
        </p:nvSpPr>
        <p:spPr>
          <a:xfrm>
            <a:off x="4915879" y="351065"/>
            <a:ext cx="6938663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E7D411-4BBB-D7F2-AA01-60F0E96ADECC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5349240" y="6498770"/>
            <a:ext cx="1328651" cy="359229"/>
          </a:xfrm>
        </p:spPr>
        <p:txBody>
          <a:bodyPr/>
          <a:lstStyle/>
          <a:p>
            <a:fld id="{CA325475-EA0F-49B2-A586-CC0D8CB91667}" type="datetime1">
              <a:rPr lang="en-US" smtClean="0"/>
              <a:pPr/>
              <a:t>9/4/26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EADEDE4-1283-DC77-8774-CE66A7FCFC57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4205AEA-132E-F82A-F279-CF7FB6417B9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042456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708" y="826408"/>
            <a:ext cx="60225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6834" y="2243328"/>
            <a:ext cx="6022524" cy="38055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13B8FE68-7B6E-3218-44A6-F1880E54EE8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401964" y="361186"/>
            <a:ext cx="4434840" cy="6135624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19050">
            <a:noFill/>
            <a:miter lim="800000"/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9D2FFC-2E73-8E67-42FD-E85E9D7166B6}"/>
              </a:ext>
            </a:extLst>
          </p:cNvPr>
          <p:cNvSpPr/>
          <p:nvPr userDrawn="1"/>
        </p:nvSpPr>
        <p:spPr>
          <a:xfrm>
            <a:off x="337457" y="351065"/>
            <a:ext cx="6939845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0B6AB1-45E0-8ED2-07D0-7F09A97072E8}"/>
              </a:ext>
            </a:extLst>
          </p:cNvPr>
          <p:cNvSpPr/>
          <p:nvPr userDrawn="1"/>
        </p:nvSpPr>
        <p:spPr>
          <a:xfrm>
            <a:off x="7392820" y="351063"/>
            <a:ext cx="4453128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6BCA70D-4E1A-9515-CF3A-C9ADDAEA5180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CA325475-EA0F-49B2-A586-CC0D8CB91667}" type="datetime1">
              <a:rPr lang="en-US" smtClean="0"/>
              <a:pPr/>
              <a:t>9/4/26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CE00F06-2901-FA79-7DB4-8439628B19A8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92C729-DF2C-B480-6535-64FC89E4561A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810086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7" y="4336837"/>
            <a:ext cx="3739896" cy="1863698"/>
          </a:xfrm>
        </p:spPr>
        <p:txBody>
          <a:bodyPr anchor="ctr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590F4507-3E12-8BCC-96C4-5E91E00DE05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48996" y="358671"/>
            <a:ext cx="11494008" cy="3547872"/>
          </a:xfrm>
          <a:blipFill dpi="0" rotWithShape="1"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9050">
            <a:noFill/>
            <a:miter lim="800000"/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4336837"/>
            <a:ext cx="6041938" cy="1863698"/>
          </a:xfrm>
        </p:spPr>
        <p:txBody>
          <a:bodyPr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736FE-15B3-4F20-9261-F868C8825F0F}" type="datetime1">
              <a:rPr lang="en-US" smtClean="0"/>
              <a:t>9/4/26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B72880B-AEAD-196C-0715-91B527BD2668}"/>
              </a:ext>
            </a:extLst>
          </p:cNvPr>
          <p:cNvSpPr/>
          <p:nvPr userDrawn="1"/>
        </p:nvSpPr>
        <p:spPr>
          <a:xfrm>
            <a:off x="337456" y="4038600"/>
            <a:ext cx="11527515" cy="246833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541655-3554-4192-AE10-BB95B2B3FCA7}"/>
              </a:ext>
            </a:extLst>
          </p:cNvPr>
          <p:cNvSpPr/>
          <p:nvPr userDrawn="1"/>
        </p:nvSpPr>
        <p:spPr>
          <a:xfrm>
            <a:off x="339852" y="351064"/>
            <a:ext cx="11512296" cy="356308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44384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7" y="647156"/>
            <a:ext cx="3739896" cy="1863698"/>
          </a:xfrm>
        </p:spPr>
        <p:txBody>
          <a:bodyPr anchor="ctr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647156"/>
            <a:ext cx="6041938" cy="1863698"/>
          </a:xfrm>
        </p:spPr>
        <p:txBody>
          <a:bodyPr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590F4507-3E12-8BCC-96C4-5E91E00DE05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48996" y="2940988"/>
            <a:ext cx="11494008" cy="3547872"/>
          </a:xfrm>
          <a:blipFill dpi="0" rotWithShape="1"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9050">
            <a:noFill/>
            <a:miter lim="800000"/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736FE-15B3-4F20-9261-F868C8825F0F}" type="datetime1">
              <a:rPr lang="en-US" smtClean="0"/>
              <a:t>9/4/26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B72880B-AEAD-196C-0715-91B527BD2668}"/>
              </a:ext>
            </a:extLst>
          </p:cNvPr>
          <p:cNvSpPr/>
          <p:nvPr userDrawn="1"/>
        </p:nvSpPr>
        <p:spPr>
          <a:xfrm>
            <a:off x="337456" y="348919"/>
            <a:ext cx="11527515" cy="246833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541655-3554-4192-AE10-BB95B2B3FCA7}"/>
              </a:ext>
            </a:extLst>
          </p:cNvPr>
          <p:cNvSpPr/>
          <p:nvPr userDrawn="1"/>
        </p:nvSpPr>
        <p:spPr>
          <a:xfrm>
            <a:off x="339852" y="2933381"/>
            <a:ext cx="11512296" cy="356308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220441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9438" y="826408"/>
            <a:ext cx="466344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9CA91B26-FF37-7619-CA98-3BF61F56874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47038" y="361188"/>
            <a:ext cx="5757377" cy="6135624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2" r="-6568"/>
            </a:stretch>
          </a:blipFill>
          <a:ln w="19050">
            <a:noFill/>
            <a:miter lim="800000"/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99775" y="2074889"/>
            <a:ext cx="4663440" cy="3973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55BAA1-304B-22B8-AFFB-450B8B12DD5E}"/>
              </a:ext>
            </a:extLst>
          </p:cNvPr>
          <p:cNvSpPr/>
          <p:nvPr userDrawn="1"/>
        </p:nvSpPr>
        <p:spPr>
          <a:xfrm>
            <a:off x="6231369" y="351065"/>
            <a:ext cx="5617879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3E9085-3DE0-967D-6FEC-87A68F2E38F7}"/>
              </a:ext>
            </a:extLst>
          </p:cNvPr>
          <p:cNvSpPr/>
          <p:nvPr userDrawn="1"/>
        </p:nvSpPr>
        <p:spPr>
          <a:xfrm>
            <a:off x="337458" y="351064"/>
            <a:ext cx="5777294" cy="615587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3ECB8-1DC2-18B7-FB61-C5B409B1D3AB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CA325475-EA0F-49B2-A586-CC0D8CB91667}" type="datetime1">
              <a:rPr lang="en-US" smtClean="0"/>
              <a:pPr/>
              <a:t>9/4/26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837014-2CDD-1654-954A-3CFB437B0F7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609910-6F41-81DC-11BD-5C3B23FB661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246739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5792E787-2C43-9150-BA2C-843318A1A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6" y="826408"/>
            <a:ext cx="466344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BD289B8E-2849-E156-7279-DA72F5F75F0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6111" y="2074889"/>
            <a:ext cx="4663440" cy="3973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FD7785D8-F9B0-93D3-47A3-4ECAC8829E2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076602" y="361188"/>
            <a:ext cx="5757377" cy="6135624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2" r="-6568"/>
            </a:stretch>
          </a:blipFill>
          <a:ln w="19050">
            <a:noFill/>
            <a:miter lim="800000"/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CDBE87-6A57-2D73-C222-305AF961B664}"/>
              </a:ext>
            </a:extLst>
          </p:cNvPr>
          <p:cNvSpPr/>
          <p:nvPr userDrawn="1"/>
        </p:nvSpPr>
        <p:spPr>
          <a:xfrm>
            <a:off x="337457" y="351065"/>
            <a:ext cx="5600748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17F243C-548D-9C48-60F5-BC8D58A018DE}"/>
              </a:ext>
            </a:extLst>
          </p:cNvPr>
          <p:cNvSpPr/>
          <p:nvPr userDrawn="1"/>
        </p:nvSpPr>
        <p:spPr>
          <a:xfrm>
            <a:off x="6059206" y="351065"/>
            <a:ext cx="5790042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039A1F-C7CE-E7D6-1B4E-1ACBB57F36D3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CA325475-EA0F-49B2-A586-CC0D8CB91667}" type="datetime1">
              <a:rPr lang="en-US" smtClean="0"/>
              <a:pPr/>
              <a:t>9/4/26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016FB1-CC33-21DB-78A1-2A47153DDE3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89BFF0-9607-2311-C797-5384CE49E3B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553026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03504"/>
            <a:ext cx="10972802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7123" y="2235200"/>
            <a:ext cx="5294376" cy="39581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BF24582F-746D-10FD-1348-A8E31D7459B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355507" y="1944079"/>
            <a:ext cx="5486767" cy="4553712"/>
          </a:xfrm>
          <a:blipFill dpi="0" rotWithShape="1"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r="-16492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31391-F4B8-4A23-8935-365F41031646}" type="datetime1">
              <a:rPr lang="en-US" smtClean="0"/>
              <a:t>9/4/26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A30DF84-4A5D-63C5-1700-34F6AA007632}"/>
              </a:ext>
            </a:extLst>
          </p:cNvPr>
          <p:cNvSpPr/>
          <p:nvPr userDrawn="1"/>
        </p:nvSpPr>
        <p:spPr>
          <a:xfrm flipV="1">
            <a:off x="337457" y="351062"/>
            <a:ext cx="11512296" cy="146503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9E6EAC-5CB1-AF25-6E5B-8E37D120C9B3}"/>
              </a:ext>
            </a:extLst>
          </p:cNvPr>
          <p:cNvSpPr/>
          <p:nvPr userDrawn="1"/>
        </p:nvSpPr>
        <p:spPr>
          <a:xfrm>
            <a:off x="6355507" y="1929406"/>
            <a:ext cx="5494246" cy="45775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53CEAA-92AB-A832-438A-7F6ACCDFE1B4}"/>
              </a:ext>
            </a:extLst>
          </p:cNvPr>
          <p:cNvSpPr/>
          <p:nvPr userDrawn="1"/>
        </p:nvSpPr>
        <p:spPr>
          <a:xfrm>
            <a:off x="343147" y="1929406"/>
            <a:ext cx="5870448" cy="45775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951642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3504"/>
            <a:ext cx="10972800" cy="969264"/>
          </a:xfrm>
        </p:spPr>
        <p:txBody>
          <a:bodyPr anchor="ctr" anchorCtr="0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14">
            <a:extLst>
              <a:ext uri="{FF2B5EF4-FFF2-40B4-BE49-F238E27FC236}">
                <a16:creationId xmlns:a16="http://schemas.microsoft.com/office/drawing/2014/main" id="{1CACF551-8B8E-91BE-64C5-80EA221DEAE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54740" y="1944079"/>
            <a:ext cx="6391656" cy="4553712"/>
          </a:xfrm>
          <a:blipFill dpi="0" rotWithShape="1"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59752" y="2231136"/>
            <a:ext cx="4425696" cy="3959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2198D5-C9C0-500B-4DBC-656F475E493C}"/>
              </a:ext>
            </a:extLst>
          </p:cNvPr>
          <p:cNvSpPr/>
          <p:nvPr userDrawn="1"/>
        </p:nvSpPr>
        <p:spPr>
          <a:xfrm>
            <a:off x="337457" y="1944078"/>
            <a:ext cx="6408939" cy="456285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7157FB-CF65-571C-117F-F8FAD8D9FF52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CA325475-EA0F-49B2-A586-CC0D8CB91667}" type="datetime1">
              <a:rPr lang="en-US" smtClean="0"/>
              <a:pPr/>
              <a:t>9/4/26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57136A7-5DB5-FAF4-1437-4CDA5E54573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602816-1AAA-FE35-5C91-01A9C5DEAD00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9B28C9-C087-B7F9-1930-361BCE1DC434}"/>
              </a:ext>
            </a:extLst>
          </p:cNvPr>
          <p:cNvSpPr/>
          <p:nvPr userDrawn="1"/>
        </p:nvSpPr>
        <p:spPr>
          <a:xfrm flipV="1">
            <a:off x="337457" y="351062"/>
            <a:ext cx="11512296" cy="146503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DFE5E0-34BA-A35C-6B4F-7D3C8C7C4F9B}"/>
              </a:ext>
            </a:extLst>
          </p:cNvPr>
          <p:cNvSpPr/>
          <p:nvPr userDrawn="1"/>
        </p:nvSpPr>
        <p:spPr>
          <a:xfrm>
            <a:off x="6874592" y="1929406"/>
            <a:ext cx="4975161" cy="45775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511315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03504"/>
            <a:ext cx="10972802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89C2E73-8CB7-AB0A-D373-D9BCBE160AE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54740" y="1944079"/>
            <a:ext cx="5486767" cy="4553712"/>
          </a:xfrm>
          <a:blipFill dpi="0" rotWithShape="1"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r="-16492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89440" y="2235200"/>
            <a:ext cx="5289915" cy="39581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31391-F4B8-4A23-8935-365F41031646}" type="datetime1">
              <a:rPr lang="en-US" smtClean="0"/>
              <a:t>9/4/26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A30DF84-4A5D-63C5-1700-34F6AA007632}"/>
              </a:ext>
            </a:extLst>
          </p:cNvPr>
          <p:cNvSpPr/>
          <p:nvPr userDrawn="1"/>
        </p:nvSpPr>
        <p:spPr>
          <a:xfrm flipV="1">
            <a:off x="337457" y="351062"/>
            <a:ext cx="11512296" cy="146503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9E6EAC-5CB1-AF25-6E5B-8E37D120C9B3}"/>
              </a:ext>
            </a:extLst>
          </p:cNvPr>
          <p:cNvSpPr/>
          <p:nvPr userDrawn="1"/>
        </p:nvSpPr>
        <p:spPr>
          <a:xfrm>
            <a:off x="339851" y="1929406"/>
            <a:ext cx="5513832" cy="45775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53CEAA-92AB-A832-438A-7F6ACCDFE1B4}"/>
              </a:ext>
            </a:extLst>
          </p:cNvPr>
          <p:cNvSpPr/>
          <p:nvPr userDrawn="1"/>
        </p:nvSpPr>
        <p:spPr>
          <a:xfrm>
            <a:off x="5978984" y="1929406"/>
            <a:ext cx="5870770" cy="45775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316557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3350" y="819005"/>
            <a:ext cx="6777828" cy="932688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5C69378E-FD50-D0FE-49E9-FE6939F87E0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57366" y="361188"/>
            <a:ext cx="3657600" cy="6135624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19050">
            <a:noFill/>
            <a:miter lim="800000"/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13350" y="2032216"/>
            <a:ext cx="6777828" cy="4034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928F2E-550C-7EE7-5A6C-C30C820D21DB}"/>
              </a:ext>
            </a:extLst>
          </p:cNvPr>
          <p:cNvSpPr/>
          <p:nvPr userDrawn="1"/>
        </p:nvSpPr>
        <p:spPr>
          <a:xfrm>
            <a:off x="4155746" y="351065"/>
            <a:ext cx="7693502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DB15E2-0F9C-EDBB-3379-237D2F02B133}"/>
              </a:ext>
            </a:extLst>
          </p:cNvPr>
          <p:cNvSpPr/>
          <p:nvPr userDrawn="1"/>
        </p:nvSpPr>
        <p:spPr>
          <a:xfrm>
            <a:off x="348222" y="351064"/>
            <a:ext cx="3675888" cy="615587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4BF609-8734-8C2B-E441-E7DBAE6E3BDA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CA325475-EA0F-49B2-A586-CC0D8CB91667}" type="datetime1">
              <a:rPr lang="en-US" smtClean="0"/>
              <a:pPr/>
              <a:t>9/4/26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450EF1-CAAF-B39A-ED1F-4F967B0786C6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D70B86-8D60-DBF5-42C5-FE10E0C6FE86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669405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7" y="829475"/>
            <a:ext cx="6714892" cy="932688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5527" y="2047532"/>
            <a:ext cx="6714892" cy="40013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4216C9-E47F-BA93-3528-3DC28359BBA5}"/>
              </a:ext>
            </a:extLst>
          </p:cNvPr>
          <p:cNvSpPr/>
          <p:nvPr userDrawn="1"/>
        </p:nvSpPr>
        <p:spPr>
          <a:xfrm>
            <a:off x="337457" y="351065"/>
            <a:ext cx="7631033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22729334-E74F-1D47-30E9-2040D0CCDE7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094185" y="356616"/>
            <a:ext cx="3739896" cy="6144768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19050">
            <a:noFill/>
            <a:miter lim="800000"/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05E7D9-8EB1-CCEE-CB59-564CC173739B}"/>
              </a:ext>
            </a:extLst>
          </p:cNvPr>
          <p:cNvSpPr/>
          <p:nvPr userDrawn="1"/>
        </p:nvSpPr>
        <p:spPr>
          <a:xfrm>
            <a:off x="8085041" y="351064"/>
            <a:ext cx="3758184" cy="615587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E56C7E-4D47-A5C6-F745-1B24CC384826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CA325475-EA0F-49B2-A586-CC0D8CB91667}" type="datetime1">
              <a:rPr lang="en-US" smtClean="0"/>
              <a:pPr/>
              <a:t>9/4/26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CE34178-1A83-36BE-0EBF-390C6CB30C87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76F11D-D618-B08B-95BA-C3F1030D58A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478261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9959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FE3DA23-DE55-6AE0-AF3B-E9803246C7C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9324" y="2423719"/>
            <a:ext cx="5175504" cy="4069080"/>
          </a:xfrm>
          <a:blipFill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37402" y="599600"/>
            <a:ext cx="5633165" cy="56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8507B-3789-49BC-A5B5-D3B2B10E5F24}" type="datetime1">
              <a:rPr lang="en-US" smtClean="0"/>
              <a:t>9/4/26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25B15E-907B-22E5-9483-591409F1460D}"/>
              </a:ext>
            </a:extLst>
          </p:cNvPr>
          <p:cNvSpPr/>
          <p:nvPr userDrawn="1"/>
        </p:nvSpPr>
        <p:spPr>
          <a:xfrm flipV="1">
            <a:off x="337457" y="351059"/>
            <a:ext cx="5199238" cy="19398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4643D3-05AA-D000-6F70-B39D3E837EF5}"/>
              </a:ext>
            </a:extLst>
          </p:cNvPr>
          <p:cNvSpPr/>
          <p:nvPr userDrawn="1"/>
        </p:nvSpPr>
        <p:spPr>
          <a:xfrm>
            <a:off x="5665293" y="351065"/>
            <a:ext cx="6189249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7DB142-72B7-699F-6F87-2EFB2EBF3B22}"/>
              </a:ext>
            </a:extLst>
          </p:cNvPr>
          <p:cNvSpPr/>
          <p:nvPr userDrawn="1"/>
        </p:nvSpPr>
        <p:spPr>
          <a:xfrm flipV="1">
            <a:off x="337457" y="2409583"/>
            <a:ext cx="5199238" cy="409735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42009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99599"/>
            <a:ext cx="3946824" cy="1453896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FE3DA23-DE55-6AE0-AF3B-E9803246C7C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9324" y="2423719"/>
            <a:ext cx="4476676" cy="4069080"/>
          </a:xfrm>
          <a:blipFill dpi="0" rotWithShape="1"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20382" y="599600"/>
            <a:ext cx="6350185" cy="56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8507B-3789-49BC-A5B5-D3B2B10E5F24}" type="datetime1">
              <a:rPr lang="en-US" smtClean="0"/>
              <a:t>9/4/26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25B15E-907B-22E5-9483-591409F1460D}"/>
              </a:ext>
            </a:extLst>
          </p:cNvPr>
          <p:cNvSpPr/>
          <p:nvPr userDrawn="1"/>
        </p:nvSpPr>
        <p:spPr>
          <a:xfrm flipV="1">
            <a:off x="337457" y="351058"/>
            <a:ext cx="4488543" cy="19398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4643D3-05AA-D000-6F70-B39D3E837EF5}"/>
              </a:ext>
            </a:extLst>
          </p:cNvPr>
          <p:cNvSpPr/>
          <p:nvPr userDrawn="1"/>
        </p:nvSpPr>
        <p:spPr>
          <a:xfrm>
            <a:off x="4939611" y="351065"/>
            <a:ext cx="6914932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7DB142-72B7-699F-6F87-2EFB2EBF3B22}"/>
              </a:ext>
            </a:extLst>
          </p:cNvPr>
          <p:cNvSpPr/>
          <p:nvPr userDrawn="1"/>
        </p:nvSpPr>
        <p:spPr>
          <a:xfrm flipV="1">
            <a:off x="337457" y="2409583"/>
            <a:ext cx="4497205" cy="409735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86115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3078" y="599599"/>
            <a:ext cx="3946824" cy="1453896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0080" y="599600"/>
            <a:ext cx="6350185" cy="56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FE3DA23-DE55-6AE0-AF3B-E9803246C7C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370064" y="2423160"/>
            <a:ext cx="4476676" cy="4069080"/>
          </a:xfrm>
          <a:blipFill dpi="0" rotWithShape="1"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8507B-3789-49BC-A5B5-D3B2B10E5F24}" type="datetime1">
              <a:rPr lang="en-US" smtClean="0"/>
              <a:t>9/4/26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25B15E-907B-22E5-9483-591409F1460D}"/>
              </a:ext>
            </a:extLst>
          </p:cNvPr>
          <p:cNvSpPr/>
          <p:nvPr userDrawn="1"/>
        </p:nvSpPr>
        <p:spPr>
          <a:xfrm flipV="1">
            <a:off x="7360920" y="351058"/>
            <a:ext cx="4488543" cy="19398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4643D3-05AA-D000-6F70-B39D3E837EF5}"/>
              </a:ext>
            </a:extLst>
          </p:cNvPr>
          <p:cNvSpPr/>
          <p:nvPr userDrawn="1"/>
        </p:nvSpPr>
        <p:spPr>
          <a:xfrm>
            <a:off x="338328" y="351065"/>
            <a:ext cx="6914932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7DB142-72B7-699F-6F87-2EFB2EBF3B22}"/>
              </a:ext>
            </a:extLst>
          </p:cNvPr>
          <p:cNvSpPr/>
          <p:nvPr userDrawn="1"/>
        </p:nvSpPr>
        <p:spPr>
          <a:xfrm flipV="1">
            <a:off x="7361582" y="2409583"/>
            <a:ext cx="4497205" cy="409735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73257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D4804-4265-85A8-7A9B-A9B3F5D80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5029200"/>
            <a:ext cx="7525512" cy="1005840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sz="18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B2D6F9C-47CA-A6AB-CB31-599736C6165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22960" y="841248"/>
            <a:ext cx="10543032" cy="415137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9300" b="1" baseline="0"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51461-EBBE-4007-A7FA-8D550B1815C8}" type="datetime1">
              <a:rPr lang="en-US" smtClean="0"/>
              <a:t>9/4/26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7D478B-3CC8-9331-3B4F-2130EA892404}"/>
              </a:ext>
            </a:extLst>
          </p:cNvPr>
          <p:cNvSpPr/>
          <p:nvPr userDrawn="1"/>
        </p:nvSpPr>
        <p:spPr>
          <a:xfrm>
            <a:off x="337457" y="351065"/>
            <a:ext cx="11517086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411833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3244" y="5029200"/>
            <a:ext cx="7525512" cy="914400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1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4484" y="841248"/>
            <a:ext cx="10543032" cy="4169664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193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145D9-E600-48F3-8D60-FBB32619D4B7}" type="datetime1">
              <a:rPr lang="en-US" smtClean="0"/>
              <a:t>9/4/26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C0DA6E-8242-883C-15FE-E726DCC36F80}"/>
              </a:ext>
            </a:extLst>
          </p:cNvPr>
          <p:cNvSpPr/>
          <p:nvPr userDrawn="1"/>
        </p:nvSpPr>
        <p:spPr>
          <a:xfrm>
            <a:off x="337457" y="351065"/>
            <a:ext cx="11517086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499322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F9924E45-C895-43A4-5C38-357208F05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3244" y="5029200"/>
            <a:ext cx="7525512" cy="914400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1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F7F1ED0D-FB7E-F1D4-6BB4-DA7FCEA9CD3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4484" y="841248"/>
            <a:ext cx="10543032" cy="4167124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193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8DA9F-3449-4571-B576-325E0AB8D353}" type="datetime1">
              <a:rPr lang="en-US" smtClean="0"/>
              <a:t>9/4/26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3106CE9-3864-8C80-F8B7-4C6D0D0E2D97}"/>
              </a:ext>
            </a:extLst>
          </p:cNvPr>
          <p:cNvSpPr/>
          <p:nvPr/>
        </p:nvSpPr>
        <p:spPr>
          <a:xfrm>
            <a:off x="337457" y="351065"/>
            <a:ext cx="11517086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67186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129" y="-1293464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7E2BE3E-32CC-3B2E-7AAB-62D6D812CE2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00188" y="1234440"/>
            <a:ext cx="9191625" cy="438912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4800" b="0">
                <a:latin typeface="+mj-lt"/>
              </a:defRPr>
            </a:lvl1pPr>
            <a:lvl2pPr marL="228600" indent="0" algn="ctr">
              <a:lnSpc>
                <a:spcPct val="100000"/>
              </a:lnSpc>
              <a:buNone/>
              <a:defRPr sz="4800" b="0">
                <a:latin typeface="+mj-lt"/>
              </a:defRPr>
            </a:lvl2pPr>
            <a:lvl3pPr marL="457200" indent="0" algn="ctr">
              <a:lnSpc>
                <a:spcPct val="100000"/>
              </a:lnSpc>
              <a:buNone/>
              <a:defRPr sz="4800" b="0">
                <a:latin typeface="+mj-lt"/>
              </a:defRPr>
            </a:lvl3pPr>
            <a:lvl4pPr marL="685800" indent="0" algn="ctr">
              <a:lnSpc>
                <a:spcPct val="100000"/>
              </a:lnSpc>
              <a:buNone/>
              <a:defRPr sz="4800" b="0">
                <a:latin typeface="+mj-lt"/>
              </a:defRPr>
            </a:lvl4pPr>
            <a:lvl5pPr marL="914400" indent="0" algn="ctr">
              <a:lnSpc>
                <a:spcPct val="100000"/>
              </a:lnSpc>
              <a:buNone/>
              <a:defRPr sz="4800" b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C9CA7-4D60-41A4-A4F0-FD6D94D8C852}" type="datetime1">
              <a:rPr lang="en-US" smtClean="0"/>
              <a:t>9/4/26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1D1BF1-778B-0A57-4F7E-BC57330C7085}"/>
              </a:ext>
            </a:extLst>
          </p:cNvPr>
          <p:cNvSpPr/>
          <p:nvPr/>
        </p:nvSpPr>
        <p:spPr>
          <a:xfrm>
            <a:off x="1121981" y="874987"/>
            <a:ext cx="9941944" cy="510802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55532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-1295801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8ADCAC8-6FF3-EC2A-EFD7-95A819EA2E48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95527" y="685799"/>
            <a:ext cx="10698480" cy="5486400"/>
          </a:xfrm>
        </p:spPr>
        <p:txBody>
          <a:bodyPr anchor="ctr">
            <a:noAutofit/>
          </a:bodyPr>
          <a:lstStyle>
            <a:lvl1pPr marL="0" indent="0">
              <a:buNone/>
              <a:defRPr sz="4800">
                <a:latin typeface="+mj-lt"/>
              </a:defRPr>
            </a:lvl1pPr>
            <a:lvl2pPr marL="228600" indent="0">
              <a:buNone/>
              <a:defRPr sz="4800">
                <a:latin typeface="+mj-lt"/>
              </a:defRPr>
            </a:lvl2pPr>
            <a:lvl3pPr marL="457200" indent="0">
              <a:buNone/>
              <a:defRPr sz="4800">
                <a:latin typeface="+mj-lt"/>
              </a:defRPr>
            </a:lvl3pPr>
            <a:lvl4pPr marL="685800" indent="0">
              <a:buNone/>
              <a:defRPr sz="4800">
                <a:latin typeface="+mj-lt"/>
              </a:defRPr>
            </a:lvl4pPr>
            <a:lvl5pPr marL="914400" indent="0">
              <a:buNone/>
              <a:defRPr sz="480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B4E8A-F766-4B4E-BA35-31ABBD66791B}" type="datetime1">
              <a:rPr lang="en-US" smtClean="0"/>
              <a:t>9/4/26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8DBB70-84D2-1F96-C132-E1127669A16F}"/>
              </a:ext>
            </a:extLst>
          </p:cNvPr>
          <p:cNvSpPr/>
          <p:nvPr/>
        </p:nvSpPr>
        <p:spPr>
          <a:xfrm>
            <a:off x="337457" y="351065"/>
            <a:ext cx="11517086" cy="6155871"/>
          </a:xfrm>
          <a:prstGeom prst="rect">
            <a:avLst/>
          </a:prstGeom>
          <a:noFill/>
          <a:ln w="19050">
            <a:solidFill>
              <a:schemeClr val="tx1">
                <a:alpha val="96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457502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-1293562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E0C99F09-6747-AD83-83AF-D9553E57014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95527" y="685800"/>
            <a:ext cx="10698480" cy="54864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4800" b="0">
                <a:latin typeface="+mj-lt"/>
              </a:defRPr>
            </a:lvl1pPr>
            <a:lvl2pPr marL="228600" indent="0" algn="ctr">
              <a:lnSpc>
                <a:spcPct val="100000"/>
              </a:lnSpc>
              <a:buNone/>
              <a:defRPr sz="4800" b="0">
                <a:latin typeface="+mj-lt"/>
              </a:defRPr>
            </a:lvl2pPr>
            <a:lvl3pPr marL="457200" indent="0" algn="ctr">
              <a:lnSpc>
                <a:spcPct val="100000"/>
              </a:lnSpc>
              <a:buNone/>
              <a:defRPr sz="4800" b="0">
                <a:latin typeface="+mj-lt"/>
              </a:defRPr>
            </a:lvl3pPr>
            <a:lvl4pPr marL="685800" indent="0" algn="ctr">
              <a:lnSpc>
                <a:spcPct val="100000"/>
              </a:lnSpc>
              <a:buNone/>
              <a:defRPr sz="4800" b="0">
                <a:latin typeface="+mj-lt"/>
              </a:defRPr>
            </a:lvl4pPr>
            <a:lvl5pPr marL="914400" indent="0" algn="ctr">
              <a:lnSpc>
                <a:spcPct val="100000"/>
              </a:lnSpc>
              <a:buNone/>
              <a:defRPr sz="4800" b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B4E8A-F766-4B4E-BA35-31ABBD66791B}" type="datetime1">
              <a:rPr lang="en-US" smtClean="0"/>
              <a:t>9/4/26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8DBB70-84D2-1F96-C132-E1127669A16F}"/>
              </a:ext>
            </a:extLst>
          </p:cNvPr>
          <p:cNvSpPr/>
          <p:nvPr/>
        </p:nvSpPr>
        <p:spPr>
          <a:xfrm>
            <a:off x="337457" y="351065"/>
            <a:ext cx="11517086" cy="6155871"/>
          </a:xfrm>
          <a:prstGeom prst="rect">
            <a:avLst/>
          </a:prstGeom>
          <a:noFill/>
          <a:ln w="19050">
            <a:solidFill>
              <a:schemeClr val="tx1">
                <a:alpha val="96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13617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71118" y="5097029"/>
            <a:ext cx="9246805" cy="594321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74077" y="1188719"/>
            <a:ext cx="9243846" cy="3148857"/>
          </a:xfrm>
        </p:spPr>
        <p:txBody>
          <a:bodyPr anchor="t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D2632-1039-4FCE-A210-396E8C7520B2}" type="datetime1">
              <a:rPr lang="en-US" smtClean="0"/>
              <a:t>9/4/26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0EDF265-9439-7BBC-B79E-33CC94E2DC55}"/>
              </a:ext>
            </a:extLst>
          </p:cNvPr>
          <p:cNvSpPr/>
          <p:nvPr/>
        </p:nvSpPr>
        <p:spPr>
          <a:xfrm>
            <a:off x="1125028" y="4775289"/>
            <a:ext cx="9941944" cy="120772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7F47E6-58A4-FEC6-08F5-85426FD8908C}"/>
              </a:ext>
            </a:extLst>
          </p:cNvPr>
          <p:cNvSpPr/>
          <p:nvPr userDrawn="1"/>
        </p:nvSpPr>
        <p:spPr>
          <a:xfrm>
            <a:off x="1123548" y="869544"/>
            <a:ext cx="9941944" cy="374245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915743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5825" y="5407940"/>
            <a:ext cx="10420350" cy="466344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2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85825" y="841248"/>
            <a:ext cx="10420350" cy="3291840"/>
          </a:xfrm>
        </p:spPr>
        <p:txBody>
          <a:bodyPr anchor="ctr">
            <a:normAutofit/>
          </a:bodyPr>
          <a:lstStyle>
            <a:lvl1pPr marL="164592" indent="-164592" algn="ctr">
              <a:lnSpc>
                <a:spcPct val="100000"/>
              </a:lnSpc>
              <a:spcBef>
                <a:spcPts val="0"/>
              </a:spcBef>
              <a:buNone/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6D844-928B-4334-9530-404CD7C81364}" type="datetime1">
              <a:rPr lang="en-US" smtClean="0"/>
              <a:t>9/4/26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DB8923-0D4C-46A4-1BC9-B4AAB7ABEC11}"/>
              </a:ext>
            </a:extLst>
          </p:cNvPr>
          <p:cNvSpPr/>
          <p:nvPr userDrawn="1"/>
        </p:nvSpPr>
        <p:spPr>
          <a:xfrm>
            <a:off x="337457" y="4775289"/>
            <a:ext cx="11517086" cy="173164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BA5BE4-3999-E20A-4360-E5F71C4A185E}"/>
              </a:ext>
            </a:extLst>
          </p:cNvPr>
          <p:cNvSpPr/>
          <p:nvPr userDrawn="1"/>
        </p:nvSpPr>
        <p:spPr>
          <a:xfrm>
            <a:off x="337457" y="351066"/>
            <a:ext cx="11517086" cy="425679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44548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6891" y="5669280"/>
            <a:ext cx="8805672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09498" y="1097280"/>
            <a:ext cx="9198864" cy="3328416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2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E703B-AD10-45EB-9C69-399306B4449A}" type="datetime1">
              <a:rPr lang="en-US" smtClean="0"/>
              <a:t>9/4/26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AEBA90C-6E3D-2EA7-0292-1F928A070042}"/>
              </a:ext>
            </a:extLst>
          </p:cNvPr>
          <p:cNvSpPr/>
          <p:nvPr/>
        </p:nvSpPr>
        <p:spPr>
          <a:xfrm>
            <a:off x="337457" y="351065"/>
            <a:ext cx="11517086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42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4D17117-BBA9-4972-76C2-EAFE70BD1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656" y="842463"/>
            <a:ext cx="10616184" cy="1133856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EC3D10-12BE-0828-A6FA-C33C4BFCD9C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95338" y="2217738"/>
            <a:ext cx="4872037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CCA2E261-8EB7-B6E1-F84F-2C8AA00E012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38803" y="2189669"/>
            <a:ext cx="4872037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9F73C-A859-4554-A313-766C75404450}" type="datetime1">
              <a:rPr lang="en-US" smtClean="0"/>
              <a:t>9/4/26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A4F54CE-D52E-B9AA-434C-FDF3F79B9698}"/>
              </a:ext>
            </a:extLst>
          </p:cNvPr>
          <p:cNvSpPr/>
          <p:nvPr userDrawn="1"/>
        </p:nvSpPr>
        <p:spPr>
          <a:xfrm>
            <a:off x="337457" y="351065"/>
            <a:ext cx="11517086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34318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BCF980F-8A96-8628-DE09-B13E23F3D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656" y="842464"/>
            <a:ext cx="10613572" cy="82296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4656" y="1737360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52397E2-59D6-9B15-C816-A5E09CBA601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95338" y="2378075"/>
            <a:ext cx="5157787" cy="3636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1012" y="1737360"/>
            <a:ext cx="5157216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3E12D3BA-867F-1CF3-4F97-52D6461219E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51012" y="2378075"/>
            <a:ext cx="5157216" cy="3636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4D68B-28A2-4855-B3C1-2440696AF665}" type="datetime1">
              <a:rPr lang="en-US" smtClean="0"/>
              <a:t>9/4/26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55CCF7-A846-6AC9-BA7F-5289CB5E60BD}"/>
              </a:ext>
            </a:extLst>
          </p:cNvPr>
          <p:cNvSpPr/>
          <p:nvPr/>
        </p:nvSpPr>
        <p:spPr>
          <a:xfrm>
            <a:off x="337457" y="351065"/>
            <a:ext cx="11517086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856021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DF42212-3064-51ED-5F30-52A0C7F61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656" y="842464"/>
            <a:ext cx="10613572" cy="109945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DAC0D-566B-40F6-B3F6-72A0E1EDF8FC}" type="datetime1">
              <a:rPr lang="en-US" smtClean="0"/>
              <a:t>9/4/26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89C737F-7905-466F-C06F-F52007DA2F3F}"/>
              </a:ext>
            </a:extLst>
          </p:cNvPr>
          <p:cNvSpPr/>
          <p:nvPr/>
        </p:nvSpPr>
        <p:spPr>
          <a:xfrm>
            <a:off x="337457" y="351065"/>
            <a:ext cx="11517086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003361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F2907-BCBA-412E-9539-603ECFD8F450}" type="datetime1">
              <a:rPr lang="en-US" smtClean="0"/>
              <a:t>9/4/26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90F8C8-2D2A-CF06-5953-711CD27DB9BD}"/>
              </a:ext>
            </a:extLst>
          </p:cNvPr>
          <p:cNvSpPr/>
          <p:nvPr/>
        </p:nvSpPr>
        <p:spPr>
          <a:xfrm>
            <a:off x="337457" y="351065"/>
            <a:ext cx="11517086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4217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7" y="841248"/>
            <a:ext cx="3614111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95528" y="2794000"/>
            <a:ext cx="3614112" cy="3237592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7736" y="826408"/>
            <a:ext cx="6440258" cy="5205184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6EE26-0A88-4974-AF99-F8A1B22A826A}" type="datetime1">
              <a:rPr lang="en-US" smtClean="0"/>
              <a:t>9/4/26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AB5266-1EFE-EBA4-DA76-9931733DF23D}"/>
              </a:ext>
            </a:extLst>
          </p:cNvPr>
          <p:cNvSpPr/>
          <p:nvPr/>
        </p:nvSpPr>
        <p:spPr>
          <a:xfrm>
            <a:off x="337457" y="351065"/>
            <a:ext cx="11517086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678773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8" y="841248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16059" y="3072019"/>
            <a:ext cx="3585586" cy="2951084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45E786F4-7682-486A-34C1-04BEC2E2FC4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027693" y="351064"/>
            <a:ext cx="6826850" cy="6155870"/>
          </a:xfrm>
          <a:blipFill dpi="0" rotWithShape="1"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9050">
            <a:noFill/>
            <a:miter lim="800000"/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EA849-C5D8-4949-916D-70A31634CC93}" type="datetime1">
              <a:rPr lang="en-US" smtClean="0"/>
              <a:t>9/4/26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B15393-78B7-1299-9758-CF580DF4FE4C}"/>
              </a:ext>
            </a:extLst>
          </p:cNvPr>
          <p:cNvSpPr/>
          <p:nvPr/>
        </p:nvSpPr>
        <p:spPr>
          <a:xfrm>
            <a:off x="337457" y="351065"/>
            <a:ext cx="4539531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18359C-9A26-486B-945E-75252E555425}"/>
              </a:ext>
            </a:extLst>
          </p:cNvPr>
          <p:cNvSpPr/>
          <p:nvPr userDrawn="1"/>
        </p:nvSpPr>
        <p:spPr>
          <a:xfrm>
            <a:off x="5032196" y="351063"/>
            <a:ext cx="6826850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9091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464" y="731520"/>
            <a:ext cx="10863072" cy="1901952"/>
          </a:xfrm>
        </p:spPr>
        <p:txBody>
          <a:bodyPr anchor="ctr" anchorCtr="0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7512" y="3465576"/>
            <a:ext cx="10863072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E6060-C53E-4F28-8D83-0C4FB26C4A3F}" type="datetime1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18B384-4BC1-E524-57EF-0774C70BAF79}"/>
              </a:ext>
            </a:extLst>
          </p:cNvPr>
          <p:cNvSpPr/>
          <p:nvPr userDrawn="1"/>
        </p:nvSpPr>
        <p:spPr>
          <a:xfrm>
            <a:off x="337457" y="3159582"/>
            <a:ext cx="11517086" cy="334735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1C7440-F236-F77D-9637-983809E9B84B}"/>
              </a:ext>
            </a:extLst>
          </p:cNvPr>
          <p:cNvSpPr/>
          <p:nvPr userDrawn="1"/>
        </p:nvSpPr>
        <p:spPr>
          <a:xfrm>
            <a:off x="337457" y="351065"/>
            <a:ext cx="11517086" cy="26452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211395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1627318"/>
            <a:ext cx="8430767" cy="1828800"/>
          </a:xfrm>
        </p:spPr>
        <p:txBody>
          <a:bodyPr anchor="b" anchorCtr="0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7512" y="3622674"/>
            <a:ext cx="8430639" cy="160800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D1E3E-5DD4-4BAD-A138-1254BF94C224}" type="datetime1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E7AAF8-1CC5-AC91-1BB2-212E591F7ADC}"/>
              </a:ext>
            </a:extLst>
          </p:cNvPr>
          <p:cNvSpPr/>
          <p:nvPr userDrawn="1"/>
        </p:nvSpPr>
        <p:spPr>
          <a:xfrm>
            <a:off x="337457" y="351065"/>
            <a:ext cx="11517086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6798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647" y="6498770"/>
            <a:ext cx="3494314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fld id="{CA325475-EA0F-49B2-A586-CC0D8CB91667}" type="datetime1">
              <a:rPr lang="en-US" smtClean="0"/>
              <a:pPr/>
              <a:t>9/4/26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17045" y="6498770"/>
            <a:ext cx="2759743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0446" y="6498770"/>
            <a:ext cx="379443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77547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83" r:id="rId1"/>
    <p:sldLayoutId id="2147483827" r:id="rId2"/>
    <p:sldLayoutId id="2147483828" r:id="rId3"/>
    <p:sldLayoutId id="2147483829" r:id="rId4"/>
    <p:sldLayoutId id="2147483826" r:id="rId5"/>
    <p:sldLayoutId id="2147483830" r:id="rId6"/>
    <p:sldLayoutId id="2147483831" r:id="rId7"/>
    <p:sldLayoutId id="2147483832" r:id="rId8"/>
    <p:sldLayoutId id="2147483833" r:id="rId9"/>
    <p:sldLayoutId id="2147483835" r:id="rId10"/>
    <p:sldLayoutId id="2147483836" r:id="rId11"/>
    <p:sldLayoutId id="2147483837" r:id="rId12"/>
    <p:sldLayoutId id="2147483838" r:id="rId13"/>
    <p:sldLayoutId id="2147483839" r:id="rId14"/>
    <p:sldLayoutId id="2147483840" r:id="rId15"/>
    <p:sldLayoutId id="2147483841" r:id="rId16"/>
    <p:sldLayoutId id="2147483885" r:id="rId17"/>
    <p:sldLayoutId id="2147483851" r:id="rId18"/>
    <p:sldLayoutId id="2147483852" r:id="rId19"/>
    <p:sldLayoutId id="2147483881" r:id="rId20"/>
    <p:sldLayoutId id="2147483846" r:id="rId21"/>
    <p:sldLayoutId id="2147483847" r:id="rId22"/>
    <p:sldLayoutId id="2147483842" r:id="rId23"/>
    <p:sldLayoutId id="2147483843" r:id="rId24"/>
    <p:sldLayoutId id="2147483882" r:id="rId25"/>
    <p:sldLayoutId id="2147483889" r:id="rId26"/>
    <p:sldLayoutId id="2147483848" r:id="rId27"/>
    <p:sldLayoutId id="2147483849" r:id="rId28"/>
    <p:sldLayoutId id="2147483856" r:id="rId29"/>
    <p:sldLayoutId id="2147483850" r:id="rId30"/>
    <p:sldLayoutId id="2147483890" r:id="rId31"/>
    <p:sldLayoutId id="2147483844" r:id="rId32"/>
    <p:sldLayoutId id="2147483845" r:id="rId33"/>
    <p:sldLayoutId id="2147483857" r:id="rId34"/>
    <p:sldLayoutId id="2147483884" r:id="rId35"/>
    <p:sldLayoutId id="2147483887" r:id="rId36"/>
    <p:sldLayoutId id="2147483859" r:id="rId37"/>
    <p:sldLayoutId id="2147483860" r:id="rId38"/>
    <p:sldLayoutId id="2147483861" r:id="rId39"/>
    <p:sldLayoutId id="2147483862" r:id="rId40"/>
    <p:sldLayoutId id="2147483864" r:id="rId41"/>
    <p:sldLayoutId id="2147483888" r:id="rId42"/>
    <p:sldLayoutId id="2147483865" r:id="rId43"/>
    <p:sldLayoutId id="2147483866" r:id="rId44"/>
    <p:sldLayoutId id="2147483867" r:id="rId45"/>
    <p:sldLayoutId id="2147483868" r:id="rId46"/>
    <p:sldLayoutId id="2147483869" r:id="rId47"/>
    <p:sldLayoutId id="2147483870" r:id="rId48"/>
    <p:sldLayoutId id="2147483871" r:id="rId49"/>
    <p:sldLayoutId id="2147483872" r:id="rId50"/>
    <p:sldLayoutId id="2147483873" r:id="rId51"/>
    <p:sldLayoutId id="2147483944" r:id="rId52"/>
    <p:sldLayoutId id="2147483945" r:id="rId5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0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7BD8B-5161-25D1-367E-81E79A290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Extending Kubernetes Self-Healing for Networking Failure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E88BEA-D0E2-B01E-357F-6ADAEE2BBB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5528" y="3429000"/>
            <a:ext cx="10641324" cy="2589888"/>
          </a:xfrm>
        </p:spPr>
        <p:txBody>
          <a:bodyPr>
            <a:normAutofit/>
          </a:bodyPr>
          <a:lstStyle/>
          <a:p>
            <a:r>
              <a:rPr lang="en-US" dirty="0"/>
              <a:t>Team-011</a:t>
            </a:r>
          </a:p>
          <a:p>
            <a:r>
              <a:rPr lang="en-US" dirty="0"/>
              <a:t>Siddhesh Umarjee	Eshaan Jaiswal	Ridham Patel</a:t>
            </a:r>
          </a:p>
          <a:p>
            <a:r>
              <a:rPr lang="en-US" dirty="0"/>
              <a:t>Nilay Verma		Anurag Singh</a:t>
            </a:r>
          </a:p>
        </p:txBody>
      </p:sp>
    </p:spTree>
    <p:extLst>
      <p:ext uri="{BB962C8B-B14F-4D97-AF65-F5344CB8AC3E}">
        <p14:creationId xmlns:p14="http://schemas.microsoft.com/office/powerpoint/2010/main" val="1639823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4847F-3871-E7C7-954E-7648B8BEA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Failures in Kubernetes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9A7CA-DF50-D6A3-4E47-033E15C8A90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IN" sz="2000" dirty="0"/>
              <a:t>CNI plugin health (Calico/Flannel pods)</a:t>
            </a:r>
          </a:p>
          <a:p>
            <a:r>
              <a:rPr lang="en-IN" sz="2000" dirty="0"/>
              <a:t>DNS health (</a:t>
            </a:r>
            <a:r>
              <a:rPr lang="en-IN" sz="2000" dirty="0" err="1"/>
              <a:t>CoreDNS</a:t>
            </a:r>
            <a:r>
              <a:rPr lang="en-IN" sz="2000" dirty="0"/>
              <a:t> latency and failures)</a:t>
            </a:r>
          </a:p>
          <a:p>
            <a:r>
              <a:rPr lang="en-IN" sz="2000" dirty="0"/>
              <a:t>Pod-to-pod connectivity (via periodic probes)</a:t>
            </a:r>
          </a:p>
          <a:p>
            <a:r>
              <a:rPr lang="en-IN" sz="2000" dirty="0" err="1"/>
              <a:t>NetworkPolicy</a:t>
            </a:r>
            <a:r>
              <a:rPr lang="en-IN" sz="2000" dirty="0"/>
              <a:t> enforcement (detect unreachable services)</a:t>
            </a:r>
          </a:p>
          <a:p>
            <a:endParaRPr lang="en-IN" sz="2000" dirty="0"/>
          </a:p>
          <a:p>
            <a:pPr marL="0" indent="0">
              <a:buNone/>
            </a:pPr>
            <a:r>
              <a:rPr lang="en-IN" sz="2000" dirty="0"/>
              <a:t>We decided to investigate Pod-to-pod connectivity as it serves as a fundamental fault detection protocol which attempts simple healing protocol (restarting pods and alerts). </a:t>
            </a:r>
            <a:br>
              <a:rPr lang="en-IN" sz="2000" dirty="0"/>
            </a:br>
            <a:r>
              <a:rPr lang="en-IN" sz="2000" dirty="0"/>
              <a:t>This acts as a reliable catch-all symptom detector, and the project can be further extended to detect the exact root cause of the failure (such as a degraded CNI or a bad </a:t>
            </a:r>
            <a:r>
              <a:rPr lang="en-IN" sz="2000" dirty="0" err="1"/>
              <a:t>NetworkPolicy</a:t>
            </a:r>
            <a:r>
              <a:rPr lang="en-IN" sz="2000" dirty="0"/>
              <a:t>). </a:t>
            </a:r>
          </a:p>
        </p:txBody>
      </p:sp>
    </p:spTree>
    <p:extLst>
      <p:ext uri="{BB962C8B-B14F-4D97-AF65-F5344CB8AC3E}">
        <p14:creationId xmlns:p14="http://schemas.microsoft.com/office/powerpoint/2010/main" val="4286473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B696C86-7EA4-0656-106D-CC3F40789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Gap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088F3F2-78AC-EE27-3121-A334DC08081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lvl="0"/>
            <a:r>
              <a:rPr lang="en-IN" sz="2000" b="1" dirty="0"/>
              <a:t>Current State:</a:t>
            </a:r>
            <a:r>
              <a:rPr lang="en-IN" sz="2000" dirty="0"/>
              <a:t> Liveness/Readiness probes only verify local container health. </a:t>
            </a:r>
          </a:p>
          <a:p>
            <a:pPr lvl="0"/>
            <a:r>
              <a:rPr lang="en-IN" sz="2000" b="1" dirty="0"/>
              <a:t>The Research Gap:</a:t>
            </a:r>
            <a:r>
              <a:rPr lang="en-IN" sz="2000" dirty="0"/>
              <a:t> Zero continuous testing or self-healing for east-west network traffic. </a:t>
            </a:r>
          </a:p>
          <a:p>
            <a:pPr lvl="0"/>
            <a:r>
              <a:rPr lang="en-IN" sz="2000" b="1" dirty="0"/>
              <a:t>The Consequence:</a:t>
            </a:r>
            <a:r>
              <a:rPr lang="en-IN" sz="2000" dirty="0"/>
              <a:t> Silent failures where broken clusters are falsely reported as healthy. </a:t>
            </a:r>
          </a:p>
        </p:txBody>
      </p:sp>
    </p:spTree>
    <p:extLst>
      <p:ext uri="{BB962C8B-B14F-4D97-AF65-F5344CB8AC3E}">
        <p14:creationId xmlns:p14="http://schemas.microsoft.com/office/powerpoint/2010/main" val="2925023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08B19-8452-C311-1A52-6FD4AD8EE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Motivating 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A96371-E0A8-96B0-D1B6-8E3261FA61F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en-IN" sz="2000" b="1" dirty="0"/>
              <a:t>The Scenario: </a:t>
            </a:r>
            <a:r>
              <a:rPr lang="en-IN" sz="2000" dirty="0"/>
              <a:t>A frontend application pod on Node A needs to continuously communicate with a backend service pod on Node B. </a:t>
            </a:r>
          </a:p>
          <a:p>
            <a:pPr lvl="0"/>
            <a:r>
              <a:rPr lang="en-IN" sz="2000" b="1" dirty="0"/>
              <a:t>The Control Plane Illusion:</a:t>
            </a:r>
            <a:r>
              <a:rPr lang="en-IN" sz="2000" dirty="0"/>
              <a:t> Standard Kubernetes liveness and readiness probes successfully verify that both containers are alive and running on their respective nodes. The cluster dashboard reports 100% health, and Kubernetes actively routes service load-balancing traffic to these pods. </a:t>
            </a:r>
          </a:p>
          <a:p>
            <a:pPr lvl="0"/>
            <a:r>
              <a:rPr lang="en-IN" sz="2000" b="1" dirty="0"/>
              <a:t>The Data Plane Reality (The Silent Failure):</a:t>
            </a:r>
            <a:r>
              <a:rPr lang="en-IN" sz="2000" dirty="0"/>
              <a:t> A recently updated broad </a:t>
            </a:r>
            <a:r>
              <a:rPr lang="en-IN" sz="2000" dirty="0" err="1"/>
              <a:t>NetworkPolicy</a:t>
            </a:r>
            <a:r>
              <a:rPr lang="en-IN" sz="2000" dirty="0"/>
              <a:t>, a misconfigured firewall rule, or a localized CNI (Container Network Interface) glitch is dropping packets specifically between Node A and Node B. </a:t>
            </a:r>
          </a:p>
          <a:p>
            <a:pPr lvl="0"/>
            <a:r>
              <a:rPr lang="en-IN" sz="2000" b="1" dirty="0"/>
              <a:t>The Impact:</a:t>
            </a:r>
            <a:r>
              <a:rPr lang="en-IN" sz="2000" dirty="0"/>
              <a:t> The underlying data plane—the actual traffic path used by application packets—is broken. Because Kubernetes natively lacks continuous pod-to-pod path testing, the application experiences silent timeouts, leaving users with a broken experience while the platform falsely reports a clear cause. </a:t>
            </a:r>
          </a:p>
          <a:p>
            <a:pPr lvl="0"/>
            <a:r>
              <a:rPr lang="en-IN" sz="2000" b="1" dirty="0"/>
              <a:t>The Core Takeaway:</a:t>
            </a:r>
            <a:r>
              <a:rPr lang="en-IN" sz="2000" dirty="0"/>
              <a:t> Local container health does not guarantee network reachability. A pod can be ready from the platform's point of view, but completely unreachable from another node.</a:t>
            </a:r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46720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7A2B6-1722-C15D-0E8E-D3C475034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ABD78-0AEE-10F4-CB1D-E5D3DD1B8AC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Broadly</a:t>
            </a:r>
            <a:r>
              <a:rPr lang="en-US" sz="2000" dirty="0"/>
              <a:t>: </a:t>
            </a:r>
            <a:r>
              <a:rPr lang="en-IN" sz="2000" dirty="0"/>
              <a:t>We aim to addresses silent pod-to-pod connectivity failures in Kubernetes. These are situations where nodes and pods appear perfectly healthy to the system, but the actual traffic between them fails or degrades.</a:t>
            </a:r>
            <a:endParaRPr lang="en-US" sz="2000" dirty="0"/>
          </a:p>
          <a:p>
            <a:r>
              <a:rPr lang="en-US" sz="2000" b="1" dirty="0"/>
              <a:t>Specifically</a:t>
            </a:r>
            <a:r>
              <a:rPr lang="en-US" sz="2000" dirty="0"/>
              <a:t>: We aim to develop and implement a prototype for failure detection, classification and remediation for pod-to-pod connectivity faults in a Kubernetes cluster resulting in robustness and self-healing capacities for network failures.</a:t>
            </a:r>
          </a:p>
        </p:txBody>
      </p:sp>
    </p:spTree>
    <p:extLst>
      <p:ext uri="{BB962C8B-B14F-4D97-AF65-F5344CB8AC3E}">
        <p14:creationId xmlns:p14="http://schemas.microsoft.com/office/powerpoint/2010/main" val="16918028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40E42-AA86-0FAC-8879-B88507EB8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Solution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163BD-B636-DF8A-CC8B-9CB9E903264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IN" sz="2000" dirty="0"/>
              <a:t>Deploy a custom Kubernetes Operator that orchestrates periodic, synthetic probing across the cluster. The operator directs these agents to probe each other and records their success/failure. This is stored in matrix which is used to detect faults. If faults are detected, they are classified and suspected nodes are restarted. </a:t>
            </a:r>
          </a:p>
        </p:txBody>
      </p:sp>
    </p:spTree>
    <p:extLst>
      <p:ext uri="{BB962C8B-B14F-4D97-AF65-F5344CB8AC3E}">
        <p14:creationId xmlns:p14="http://schemas.microsoft.com/office/powerpoint/2010/main" val="32629715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A2C5D-2C51-7E12-15D5-F45E63335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AC68C-E1EC-D93C-1DC3-BC168DB8841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lvl="0"/>
            <a:r>
              <a:rPr lang="en-IN" sz="2000" b="1" dirty="0"/>
              <a:t>Custom Resource (</a:t>
            </a:r>
            <a:r>
              <a:rPr lang="en-IN" sz="2000" b="1" dirty="0" err="1"/>
              <a:t>NetworkHealthCheck</a:t>
            </a:r>
            <a:r>
              <a:rPr lang="en-IN" sz="2000" b="1" dirty="0"/>
              <a:t>):</a:t>
            </a:r>
            <a:r>
              <a:rPr lang="en-IN" sz="2000" dirty="0"/>
              <a:t> Defines probing intervals, topology, and failure thresholds. </a:t>
            </a:r>
          </a:p>
          <a:p>
            <a:pPr lvl="0"/>
            <a:r>
              <a:rPr lang="en-IN" sz="2000" b="1" dirty="0"/>
              <a:t>Centralized Operator:</a:t>
            </a:r>
            <a:r>
              <a:rPr lang="en-IN" sz="2000" dirty="0"/>
              <a:t> Discovers agents, orchestrates probe rounds, and updates Kubernetes status. </a:t>
            </a:r>
          </a:p>
          <a:p>
            <a:pPr lvl="0"/>
            <a:r>
              <a:rPr lang="en-IN" sz="2000" b="1" dirty="0" err="1"/>
              <a:t>DaemonSet</a:t>
            </a:r>
            <a:r>
              <a:rPr lang="en-IN" sz="2000" b="1" dirty="0"/>
              <a:t> Agents:</a:t>
            </a:r>
            <a:r>
              <a:rPr lang="en-IN" sz="2000" dirty="0"/>
              <a:t> One lightweight probe agent deployed per node. </a:t>
            </a:r>
          </a:p>
          <a:p>
            <a:pPr lvl="0"/>
            <a:r>
              <a:rPr lang="en-IN" sz="2000" b="1" dirty="0"/>
              <a:t>Separated Traffic Paths:</a:t>
            </a:r>
            <a:r>
              <a:rPr lang="en-IN" sz="2000" dirty="0"/>
              <a:t> HTTP control API (port 8080) keeps management traffic isolated from TCP data-plane probes (port 9376). </a:t>
            </a:r>
          </a:p>
          <a:p>
            <a:pPr lvl="0"/>
            <a:r>
              <a:rPr lang="en-IN" sz="2000" b="1" dirty="0"/>
              <a:t>Directed Reachability Matrix:</a:t>
            </a:r>
            <a:r>
              <a:rPr lang="en-IN" sz="2000" dirty="0"/>
              <a:t> Records distinct source-to-destination results to capture one-way asymmetric failures. </a:t>
            </a:r>
          </a:p>
          <a:p>
            <a:pPr lvl="0"/>
            <a:r>
              <a:rPr lang="en-IN" sz="2000" b="1" dirty="0"/>
              <a:t>Observability:</a:t>
            </a:r>
            <a:r>
              <a:rPr lang="en-IN" sz="2000" dirty="0"/>
              <a:t> Exposes real-time Prometheus-style metrics for latency, loss, and jitter. </a:t>
            </a:r>
          </a:p>
          <a:p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29039424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8ABA4-DAE9-1C04-934C-8689B9D9B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7322AB-3B99-C1E9-0D38-4D8CA32CB39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lvl="0"/>
            <a:r>
              <a:rPr lang="en-IN" sz="2000" dirty="0"/>
              <a:t>A lightweight probe agent is deployed on every node in the cluster to execute tests locally.</a:t>
            </a:r>
          </a:p>
          <a:p>
            <a:pPr lvl="0"/>
            <a:r>
              <a:rPr lang="en-IN" sz="2000" dirty="0"/>
              <a:t>Probes measure source-to-destination paths directionally (Node A to Node B is tracked separately from Node B to Node A) to isolate one-way network failures.</a:t>
            </a:r>
          </a:p>
          <a:p>
            <a:pPr lvl="0"/>
            <a:r>
              <a:rPr lang="en-IN" sz="2000" dirty="0"/>
              <a:t>Each probe records performance metrics including Round Trip Time (RTT), jitter, packet loss rate, burst loss, and throughput. </a:t>
            </a:r>
          </a:p>
          <a:p>
            <a:pPr lvl="0"/>
            <a:r>
              <a:rPr lang="en-IN" sz="2000" dirty="0"/>
              <a:t>Probing is structured to ensure the active monitoring does not introduce unnecessary network congestion. </a:t>
            </a:r>
          </a:p>
          <a:p>
            <a:pPr lvl="0"/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1959176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FF854-C114-11DC-336E-B44753313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AE100-1289-3E27-39F4-85AD8D6B1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2D220-067B-FAE3-50B6-63B290C6B28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IN" sz="2000" dirty="0"/>
              <a:t>The system evaluates the directed source-to-destination reachability matrix to identify the specific shape of network failures</a:t>
            </a:r>
          </a:p>
          <a:p>
            <a:r>
              <a:rPr lang="en-IN" sz="2000" dirty="0"/>
              <a:t>The analysis package includes a hysteresis tracker, requiring repeated consecutive failures or successes before transitioning the health state, which successfully filters out short, transient network noise.</a:t>
            </a:r>
          </a:p>
          <a:p>
            <a:r>
              <a:rPr lang="en-IN" sz="2000" dirty="0"/>
              <a:t>If an agent experiences a control-channel error or the failure pattern is ambiguous, the system outputs an Unknown classification.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8CD455-508F-7599-C1C7-AC3F26CA5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9866" y="4783412"/>
            <a:ext cx="4122777" cy="1638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7348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B0A62-E8F6-8EDA-C82B-4A2D6536E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Fault Classification</a:t>
            </a:r>
            <a:endParaRPr lang="en-IN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5CA116C5-2954-22FF-CC09-E418BA62E16D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54062" y="1639123"/>
            <a:ext cx="10283878" cy="4179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439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36BCC-84DC-FC61-2B95-D179CC9B3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Remediation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D8F36-60E9-C87D-D0CE-21664B02E14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lvl="0"/>
            <a:r>
              <a:rPr lang="en-IN" sz="2000" dirty="0"/>
              <a:t>For the scope of prototype development we were conservative regarding Remediation – implementing 2 straightforward remediation protocols </a:t>
            </a:r>
          </a:p>
          <a:p>
            <a:pPr lvl="0"/>
            <a:r>
              <a:rPr lang="en-IN" sz="2000" b="1" dirty="0"/>
              <a:t>Option 1: Alerting:</a:t>
            </a:r>
            <a:r>
              <a:rPr lang="en-IN" sz="2000" dirty="0"/>
              <a:t> For broad, cluster-wide issues like a </a:t>
            </a:r>
            <a:r>
              <a:rPr lang="en-IN" sz="2000" dirty="0" err="1"/>
              <a:t>ClusterPartition</a:t>
            </a:r>
            <a:r>
              <a:rPr lang="en-IN" sz="2000" dirty="0"/>
              <a:t> or a </a:t>
            </a:r>
            <a:r>
              <a:rPr lang="en-IN" sz="2000" dirty="0" err="1"/>
              <a:t>PolicyScopedFailure</a:t>
            </a:r>
            <a:r>
              <a:rPr lang="en-IN" sz="2000" dirty="0"/>
              <a:t>, the operator safely halts remediation and defaults to alerting via Prometheus metrics and updating the Kubernetes status. </a:t>
            </a:r>
          </a:p>
          <a:p>
            <a:pPr lvl="0"/>
            <a:r>
              <a:rPr lang="en-IN" sz="2000" b="1" dirty="0"/>
              <a:t>Option 2: Targeted Pod Restarts:</a:t>
            </a:r>
            <a:r>
              <a:rPr lang="en-IN" sz="2000" dirty="0"/>
              <a:t> For localized, high-confidence failures (e.g., an isolated node or a degraded agent), the operator can execute a targeted restart of the specific matching agent pod. </a:t>
            </a:r>
          </a:p>
          <a:p>
            <a:pPr lvl="0"/>
            <a:r>
              <a:rPr lang="en-IN" sz="2000" dirty="0"/>
              <a:t>The remediation protocol refuses to act if the verdict is Unknown.</a:t>
            </a:r>
          </a:p>
        </p:txBody>
      </p:sp>
    </p:spTree>
    <p:extLst>
      <p:ext uri="{BB962C8B-B14F-4D97-AF65-F5344CB8AC3E}">
        <p14:creationId xmlns:p14="http://schemas.microsoft.com/office/powerpoint/2010/main" val="6773153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8AFDC-E631-1116-F9EE-62B744EDD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Scenarios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411C8D0-FAC3-1FE9-A827-2C7CC84919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3350711"/>
              </p:ext>
            </p:extLst>
          </p:nvPr>
        </p:nvGraphicFramePr>
        <p:xfrm>
          <a:off x="1435100" y="1255367"/>
          <a:ext cx="9525000" cy="4856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75000">
                  <a:extLst>
                    <a:ext uri="{9D8B030D-6E8A-4147-A177-3AD203B41FA5}">
                      <a16:colId xmlns:a16="http://schemas.microsoft.com/office/drawing/2014/main" val="24108119"/>
                    </a:ext>
                  </a:extLst>
                </a:gridCol>
                <a:gridCol w="3175000">
                  <a:extLst>
                    <a:ext uri="{9D8B030D-6E8A-4147-A177-3AD203B41FA5}">
                      <a16:colId xmlns:a16="http://schemas.microsoft.com/office/drawing/2014/main" val="1361968133"/>
                    </a:ext>
                  </a:extLst>
                </a:gridCol>
                <a:gridCol w="3175000">
                  <a:extLst>
                    <a:ext uri="{9D8B030D-6E8A-4147-A177-3AD203B41FA5}">
                      <a16:colId xmlns:a16="http://schemas.microsoft.com/office/drawing/2014/main" val="24340229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500" dirty="0"/>
                        <a:t>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Fault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Expected Classification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82551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500" dirty="0"/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Healthy baseline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Healthy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50362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500" dirty="0"/>
                        <a:t>F2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Block inbound traffic on the target</a:t>
                      </a:r>
                    </a:p>
                    <a:p>
                      <a:r>
                        <a:rPr lang="en-US" sz="15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agent data 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NodeIngressFailure</a:t>
                      </a:r>
                      <a:endParaRPr lang="en-US" sz="15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5000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500" dirty="0"/>
                        <a:t>F3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Block outbound traffic from the target</a:t>
                      </a:r>
                    </a:p>
                    <a:p>
                      <a:r>
                        <a:rPr lang="en-US" sz="15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agent data 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NodeEgressFailure</a:t>
                      </a:r>
                      <a:endParaRPr lang="en-US" sz="15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9341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500" dirty="0"/>
                        <a:t>F4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Kill Calico node pod and isolate the</a:t>
                      </a:r>
                    </a:p>
                    <a:p>
                      <a:r>
                        <a:rPr lang="en-US" sz="15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agent data 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NodeIsolated</a:t>
                      </a:r>
                      <a:endParaRPr lang="en-US" sz="15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5517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500" dirty="0"/>
                        <a:t>F5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Add 40 percent packet loss with </a:t>
                      </a:r>
                      <a:r>
                        <a:rPr lang="en-US" sz="15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tc</a:t>
                      </a:r>
                      <a:endParaRPr lang="en-US" sz="15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5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netem</a:t>
                      </a:r>
                      <a:endParaRPr lang="en-US" sz="15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Degraded or degraded evidence in</a:t>
                      </a:r>
                    </a:p>
                    <a:p>
                      <a:r>
                        <a:rPr lang="en-US" sz="15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metrics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3048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500" dirty="0"/>
                        <a:t>F6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Apply deny-all </a:t>
                      </a:r>
                      <a:r>
                        <a:rPr lang="en-US" sz="15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NetworkPolicy</a:t>
                      </a:r>
                      <a:r>
                        <a:rPr lang="en-US" sz="15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ClusterPartition</a:t>
                      </a:r>
                      <a:r>
                        <a:rPr lang="en-US" sz="15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or</a:t>
                      </a:r>
                    </a:p>
                    <a:p>
                      <a:r>
                        <a:rPr lang="en-US" sz="15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PolicyScopedFailure</a:t>
                      </a:r>
                      <a:r>
                        <a:rPr lang="en-US" sz="15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depending on</a:t>
                      </a:r>
                    </a:p>
                    <a:p>
                      <a:r>
                        <a:rPr lang="en-US" sz="15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observed error pattern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51611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15211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A8F03-8098-96D4-9B20-F49ABDE1C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15A82-BA4D-164A-AF4E-9061EB65A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of Evaluations</a:t>
            </a:r>
            <a:endParaRPr lang="en-IN" dirty="0"/>
          </a:p>
        </p:txBody>
      </p:sp>
      <p:pic>
        <p:nvPicPr>
          <p:cNvPr id="5" name="Picture 4" descr="A table with numbers and text&#10;&#10;AI-generated content may be incorrect.">
            <a:extLst>
              <a:ext uri="{FF2B5EF4-FFF2-40B4-BE49-F238E27FC236}">
                <a16:creationId xmlns:a16="http://schemas.microsoft.com/office/drawing/2014/main" id="{2573CA4D-E960-EB0B-D2A2-5D15E252F3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726" y="2139505"/>
            <a:ext cx="10206547" cy="2578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1748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EF25344-A2B1-BFC5-6568-445E21809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1119772"/>
      </p:ext>
    </p:extLst>
  </p:cSld>
  <p:clrMapOvr>
    <a:masterClrMapping/>
  </p:clrMapOvr>
</p:sld>
</file>

<file path=ppt/theme/theme1.xml><?xml version="1.0" encoding="utf-8"?>
<a:theme xmlns:a="http://schemas.openxmlformats.org/drawingml/2006/main" name="Classical academia">
  <a:themeElements>
    <a:clrScheme name="Classical Academia">
      <a:dk1>
        <a:srgbClr val="47292D"/>
      </a:dk1>
      <a:lt1>
        <a:srgbClr val="DFD1C2"/>
      </a:lt1>
      <a:dk2>
        <a:srgbClr val="000000"/>
      </a:dk2>
      <a:lt2>
        <a:srgbClr val="FEFFFF"/>
      </a:lt2>
      <a:accent1>
        <a:srgbClr val="223343"/>
      </a:accent1>
      <a:accent2>
        <a:srgbClr val="5E332F"/>
      </a:accent2>
      <a:accent3>
        <a:srgbClr val="8194A8"/>
      </a:accent3>
      <a:accent4>
        <a:srgbClr val="621E13"/>
      </a:accent4>
      <a:accent5>
        <a:srgbClr val="5F7653"/>
      </a:accent5>
      <a:accent6>
        <a:srgbClr val="B5A093"/>
      </a:accent6>
      <a:hlink>
        <a:srgbClr val="B75A48"/>
      </a:hlink>
      <a:folHlink>
        <a:srgbClr val="0089A1"/>
      </a:folHlink>
    </a:clrScheme>
    <a:fontScheme name="Custom 10">
      <a:majorFont>
        <a:latin typeface="Playfair Display"/>
        <a:ea typeface=""/>
        <a:cs typeface=""/>
      </a:majorFont>
      <a:minorFont>
        <a:latin typeface="Ralew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lassical academia_Copilot Layouts_win32_EF_v9" id="{3BB5C372-D498-4A01-A843-C767419E0779}" vid="{BC5E8C9F-4F06-4C16-ABEB-D596FCDF265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2185BFC-6E97-4C88-9034-F2A7ED1C005E}">
  <ds:schemaRefs>
    <ds:schemaRef ds:uri="http://purl.org/dc/terms/"/>
    <ds:schemaRef ds:uri="http://purl.org/dc/elements/1.1/"/>
    <ds:schemaRef ds:uri="http://schemas.microsoft.com/office/2006/documentManagement/types"/>
    <ds:schemaRef ds:uri="http://www.w3.org/XML/1998/namespace"/>
    <ds:schemaRef ds:uri="71af3243-3dd4-4a8d-8c0d-dd76da1f02a5"/>
    <ds:schemaRef ds:uri="230e9df3-be65-4c73-a93b-d1236ebd677e"/>
    <ds:schemaRef ds:uri="16c05727-aa75-4e4a-9b5f-8a80a1165891"/>
    <ds:schemaRef ds:uri="http://schemas.openxmlformats.org/package/2006/metadata/core-properti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52BAF2CE-2C32-498E-B467-6C60C37679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81A4212-02C6-475D-B332-DC5017D04534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Classical academia</Template>
  <TotalTime>277</TotalTime>
  <Words>1011</Words>
  <Application>Microsoft Macintosh PowerPoint</Application>
  <PresentationFormat>Widescreen</PresentationFormat>
  <Paragraphs>86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Playfair Display</vt:lpstr>
      <vt:lpstr>Raleway</vt:lpstr>
      <vt:lpstr>Classical academia</vt:lpstr>
      <vt:lpstr>Extending Kubernetes Self-Healing for Networking Failure</vt:lpstr>
      <vt:lpstr>Network Failures in Kubernetes</vt:lpstr>
      <vt:lpstr>Research Gap</vt:lpstr>
      <vt:lpstr>Motivating Example</vt:lpstr>
      <vt:lpstr>Problem Statement</vt:lpstr>
      <vt:lpstr>Proposed Solution</vt:lpstr>
      <vt:lpstr>Architecture</vt:lpstr>
      <vt:lpstr>Probing</vt:lpstr>
      <vt:lpstr>Analysis</vt:lpstr>
      <vt:lpstr>Fault Classification</vt:lpstr>
      <vt:lpstr>Remediation</vt:lpstr>
      <vt:lpstr>Evaluation Scenarios</vt:lpstr>
      <vt:lpstr>Results of Evaluations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Umarjee Siddhesh Sushrut</dc:creator>
  <cp:lastModifiedBy>Ridham Patel</cp:lastModifiedBy>
  <cp:revision>2</cp:revision>
  <dcterms:created xsi:type="dcterms:W3CDTF">2026-09-04T10:10:45Z</dcterms:created>
  <dcterms:modified xsi:type="dcterms:W3CDTF">2026-09-04T18:21:37Z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